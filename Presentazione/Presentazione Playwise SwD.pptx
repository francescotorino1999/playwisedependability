
<file path=[Content_Types].xml><?xml version="1.0" encoding="utf-8"?>
<Types xmlns="http://schemas.openxmlformats.org/package/2006/content-types">
  <Default Extension="fntdata" ContentType="application/x-fontdata"/>
  <Default Extension="ico" ContentType="image/x-icon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15"/>
  </p:notesMasterIdLst>
  <p:sldIdLst>
    <p:sldId id="256" r:id="rId2"/>
    <p:sldId id="349" r:id="rId3"/>
    <p:sldId id="356" r:id="rId4"/>
    <p:sldId id="359" r:id="rId5"/>
    <p:sldId id="357" r:id="rId6"/>
    <p:sldId id="299" r:id="rId7"/>
    <p:sldId id="350" r:id="rId8"/>
    <p:sldId id="353" r:id="rId9"/>
    <p:sldId id="354" r:id="rId10"/>
    <p:sldId id="355" r:id="rId11"/>
    <p:sldId id="351" r:id="rId12"/>
    <p:sldId id="352" r:id="rId13"/>
    <p:sldId id="358" r:id="rId14"/>
  </p:sldIdLst>
  <p:sldSz cx="13004800" cy="9753600"/>
  <p:notesSz cx="6858000" cy="9144000"/>
  <p:embeddedFontLst>
    <p:embeddedFont>
      <p:font typeface="Helvetica Neue" panose="02000503000000020004" pitchFamily="2" charset="0"/>
      <p:regular r:id="rId16"/>
      <p:bold r:id="rId17"/>
      <p:italic r:id="rId18"/>
      <p:boldItalic r:id="rId19"/>
    </p:embeddedFont>
    <p:embeddedFont>
      <p:font typeface="Merriweather Sans" pitchFamily="2" charset="77"/>
      <p:regular r:id="rId20"/>
      <p:bold r:id="rId21"/>
      <p:italic r:id="rId22"/>
      <p:boldItalic r:id="rId23"/>
    </p:embeddedFont>
    <p:embeddedFont>
      <p:font typeface="Play" pitchFamily="2" charset="0"/>
      <p:regular r:id="rId24"/>
      <p:bold r:id="rId25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jVyy5sqcn1Z+qv/5p4qL3jfGJ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A"/>
    <a:srgbClr val="F7FAFA"/>
    <a:srgbClr val="599636"/>
    <a:srgbClr val="6DB33F"/>
    <a:srgbClr val="61DBFC"/>
    <a:srgbClr val="03528C"/>
    <a:srgbClr val="140D3E"/>
    <a:srgbClr val="292F36"/>
    <a:srgbClr val="9C9990"/>
    <a:srgbClr val="00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5AB63-1E48-8B9A-0B01-55F7FFECCA97}" v="272" dt="2025-06-11T15:39:28.742"/>
    <p1510:client id="{C0133827-E301-471F-BD46-E3439136E4CF}" v="2447" dt="2025-06-11T15:48:25.656"/>
    <p1510:client id="{F93F12C3-B242-AD46-BD69-7C79EEB010A1}" v="434" dt="2025-06-12T08:11:40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/>
    <p:restoredTop sz="94767"/>
  </p:normalViewPr>
  <p:slideViewPr>
    <p:cSldViewPr snapToGrid="0">
      <p:cViewPr varScale="1">
        <p:scale>
          <a:sx n="103" d="100"/>
          <a:sy n="103" d="100"/>
        </p:scale>
        <p:origin x="1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8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ALESSANDRO PINTO" userId="S::f.pinto16@studenti.unisa.it::e647daa0-8c8c-43db-a63e-434c81645a35" providerId="AD" clId="Web-{8AA5AB63-1E48-8B9A-0B01-55F7FFECCA97}"/>
    <pc:docChg chg="addSld modSld">
      <pc:chgData name="FRANCESCO ALESSANDRO PINTO" userId="S::f.pinto16@studenti.unisa.it::e647daa0-8c8c-43db-a63e-434c81645a35" providerId="AD" clId="Web-{8AA5AB63-1E48-8B9A-0B01-55F7FFECCA97}" dt="2025-06-11T15:39:28.742" v="150" actId="1076"/>
      <pc:docMkLst>
        <pc:docMk/>
      </pc:docMkLst>
      <pc:sldChg chg="addSp delSp modSp">
        <pc:chgData name="FRANCESCO ALESSANDRO PINTO" userId="S::f.pinto16@studenti.unisa.it::e647daa0-8c8c-43db-a63e-434c81645a35" providerId="AD" clId="Web-{8AA5AB63-1E48-8B9A-0B01-55F7FFECCA97}" dt="2025-06-11T15:38:33.192" v="146"/>
        <pc:sldMkLst>
          <pc:docMk/>
          <pc:sldMk cId="0" sldId="256"/>
        </pc:sldMkLst>
        <pc:picChg chg="add del mod">
          <ac:chgData name="FRANCESCO ALESSANDRO PINTO" userId="S::f.pinto16@studenti.unisa.it::e647daa0-8c8c-43db-a63e-434c81645a35" providerId="AD" clId="Web-{8AA5AB63-1E48-8B9A-0B01-55F7FFECCA97}" dt="2025-06-11T15:38:33.192" v="146"/>
          <ac:picMkLst>
            <pc:docMk/>
            <pc:sldMk cId="0" sldId="256"/>
            <ac:picMk id="3" creationId="{9D9F8760-5878-8342-FDAE-9B1DFAD72C8C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26:52.999" v="16" actId="1076"/>
        <pc:sldMkLst>
          <pc:docMk/>
          <pc:sldMk cId="0" sldId="257"/>
        </pc:sldMkLst>
        <pc:spChg chg="mod">
          <ac:chgData name="FRANCESCO ALESSANDRO PINTO" userId="S::f.pinto16@studenti.unisa.it::e647daa0-8c8c-43db-a63e-434c81645a35" providerId="AD" clId="Web-{8AA5AB63-1E48-8B9A-0B01-55F7FFECCA97}" dt="2025-06-11T15:26:45.216" v="13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6:52.999" v="16" actId="107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ALESSANDRO PINTO" userId="S::f.pinto16@studenti.unisa.it::e647daa0-8c8c-43db-a63e-434c81645a35" providerId="AD" clId="Web-{8AA5AB63-1E48-8B9A-0B01-55F7FFECCA97}" dt="2025-06-11T15:26:46.793" v="14" actId="107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ALESSANDRO PINTO" userId="S::f.pinto16@studenti.unisa.it::e647daa0-8c8c-43db-a63e-434c81645a35" providerId="AD" clId="Web-{8AA5AB63-1E48-8B9A-0B01-55F7FFECCA97}" dt="2025-06-11T15:26:47.887" v="15" actId="1076"/>
          <ac:picMkLst>
            <pc:docMk/>
            <pc:sldMk cId="0" sldId="257"/>
            <ac:picMk id="121" creationId="{00000000-0000-0000-0000-000000000000}"/>
          </ac:picMkLst>
        </pc:picChg>
      </pc:sldChg>
      <pc:sldChg chg="addSp delSp modSp">
        <pc:chgData name="FRANCESCO ALESSANDRO PINTO" userId="S::f.pinto16@studenti.unisa.it::e647daa0-8c8c-43db-a63e-434c81645a35" providerId="AD" clId="Web-{8AA5AB63-1E48-8B9A-0B01-55F7FFECCA97}" dt="2025-06-11T15:39:28.742" v="150" actId="1076"/>
        <pc:sldMkLst>
          <pc:docMk/>
          <pc:sldMk cId="0" sldId="258"/>
        </pc:sldMkLst>
        <pc:spChg chg="mod">
          <ac:chgData name="FRANCESCO ALESSANDRO PINTO" userId="S::f.pinto16@studenti.unisa.it::e647daa0-8c8c-43db-a63e-434c81645a35" providerId="AD" clId="Web-{8AA5AB63-1E48-8B9A-0B01-55F7FFECCA97}" dt="2025-06-11T15:37:45.784" v="140" actId="20577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8:07.066" v="143" actId="1076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7:08.158" v="137" actId="20577"/>
          <ac:spMkLst>
            <pc:docMk/>
            <pc:sldMk cId="0" sldId="258"/>
            <ac:spMk id="139" creationId="{00000000-0000-0000-0000-000000000000}"/>
          </ac:spMkLst>
        </pc:spChg>
        <pc:picChg chg="add mod">
          <ac:chgData name="FRANCESCO ALESSANDRO PINTO" userId="S::f.pinto16@studenti.unisa.it::e647daa0-8c8c-43db-a63e-434c81645a35" providerId="AD" clId="Web-{8AA5AB63-1E48-8B9A-0B01-55F7FFECCA97}" dt="2025-06-11T15:39:28.742" v="150" actId="1076"/>
          <ac:picMkLst>
            <pc:docMk/>
            <pc:sldMk cId="0" sldId="258"/>
            <ac:picMk id="2" creationId="{DBBAD7FE-1B64-0D5E-80E0-521DDC1E6280}"/>
          </ac:picMkLst>
        </pc:picChg>
        <pc:picChg chg="del">
          <ac:chgData name="FRANCESCO ALESSANDRO PINTO" userId="S::f.pinto16@studenti.unisa.it::e647daa0-8c8c-43db-a63e-434c81645a35" providerId="AD" clId="Web-{8AA5AB63-1E48-8B9A-0B01-55F7FFECCA97}" dt="2025-06-11T15:37:10.439" v="138"/>
          <ac:picMkLst>
            <pc:docMk/>
            <pc:sldMk cId="0" sldId="258"/>
            <ac:picMk id="137" creationId="{00000000-0000-0000-0000-000000000000}"/>
          </ac:picMkLst>
        </pc:picChg>
      </pc:sldChg>
      <pc:sldChg chg="modSp">
        <pc:chgData name="FRANCESCO ALESSANDRO PINTO" userId="S::f.pinto16@studenti.unisa.it::e647daa0-8c8c-43db-a63e-434c81645a35" providerId="AD" clId="Web-{8AA5AB63-1E48-8B9A-0B01-55F7FFECCA97}" dt="2025-06-11T15:32:04.616" v="120" actId="20577"/>
        <pc:sldMkLst>
          <pc:docMk/>
          <pc:sldMk cId="1909470193" sldId="273"/>
        </pc:sldMkLst>
        <pc:spChg chg="mod">
          <ac:chgData name="FRANCESCO ALESSANDRO PINTO" userId="S::f.pinto16@studenti.unisa.it::e647daa0-8c8c-43db-a63e-434c81645a35" providerId="AD" clId="Web-{8AA5AB63-1E48-8B9A-0B01-55F7FFECCA97}" dt="2025-06-11T15:32:04.616" v="120" actId="20577"/>
          <ac:spMkLst>
            <pc:docMk/>
            <pc:sldMk cId="1909470193" sldId="273"/>
            <ac:spMk id="219" creationId="{172760FC-252D-87CE-4D9C-E5BBD6C2159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1:49.366" v="118" actId="20577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8AA5AB63-1E48-8B9A-0B01-55F7FFECCA97}" dt="2025-06-11T15:31:49.366" v="118" actId="20577"/>
          <ac:spMkLst>
            <pc:docMk/>
            <pc:sldMk cId="1831875767" sldId="274"/>
            <ac:spMk id="219" creationId="{B2732A75-0F80-BC7A-E038-FEB01EA8E2E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7.988" v="114" actId="20577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8AA5AB63-1E48-8B9A-0B01-55F7FFECCA97}" dt="2025-06-11T15:30:17.988" v="114" actId="20577"/>
          <ac:spMkLst>
            <pc:docMk/>
            <pc:sldMk cId="2799825697" sldId="281"/>
            <ac:spMk id="236" creationId="{72CA2EB5-D841-FEFE-096C-8DB2516586DA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3.769" v="113" actId="20577"/>
        <pc:sldMkLst>
          <pc:docMk/>
          <pc:sldMk cId="1161251246" sldId="282"/>
        </pc:sldMkLst>
        <pc:spChg chg="mod">
          <ac:chgData name="FRANCESCO ALESSANDRO PINTO" userId="S::f.pinto16@studenti.unisa.it::e647daa0-8c8c-43db-a63e-434c81645a35" providerId="AD" clId="Web-{8AA5AB63-1E48-8B9A-0B01-55F7FFECCA97}" dt="2025-06-11T15:30:13.769" v="113" actId="20577"/>
          <ac:spMkLst>
            <pc:docMk/>
            <pc:sldMk cId="1161251246" sldId="282"/>
            <ac:spMk id="236" creationId="{2A684162-EBE3-FEC4-F0C5-6A2619499AC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10.410" v="112" actId="20577"/>
        <pc:sldMkLst>
          <pc:docMk/>
          <pc:sldMk cId="2925494781" sldId="283"/>
        </pc:sldMkLst>
        <pc:spChg chg="mod">
          <ac:chgData name="FRANCESCO ALESSANDRO PINTO" userId="S::f.pinto16@studenti.unisa.it::e647daa0-8c8c-43db-a63e-434c81645a35" providerId="AD" clId="Web-{8AA5AB63-1E48-8B9A-0B01-55F7FFECCA97}" dt="2025-06-11T15:30:10.410" v="112" actId="20577"/>
          <ac:spMkLst>
            <pc:docMk/>
            <pc:sldMk cId="2925494781" sldId="283"/>
            <ac:spMk id="236" creationId="{940D2272-3BFD-5DB1-6449-4169F782450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0.425" v="110" actId="20577"/>
        <pc:sldMkLst>
          <pc:docMk/>
          <pc:sldMk cId="442202718" sldId="285"/>
        </pc:sldMkLst>
        <pc:spChg chg="mod">
          <ac:chgData name="FRANCESCO ALESSANDRO PINTO" userId="S::f.pinto16@studenti.unisa.it::e647daa0-8c8c-43db-a63e-434c81645a35" providerId="AD" clId="Web-{8AA5AB63-1E48-8B9A-0B01-55F7FFECCA97}" dt="2025-06-11T15:30:00.425" v="110" actId="20577"/>
          <ac:spMkLst>
            <pc:docMk/>
            <pc:sldMk cId="442202718" sldId="285"/>
            <ac:spMk id="236" creationId="{B6EA033A-DDE3-5A2F-6F10-AEFA1FF4DC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04.909" v="111" actId="20577"/>
        <pc:sldMkLst>
          <pc:docMk/>
          <pc:sldMk cId="1003845412" sldId="286"/>
        </pc:sldMkLst>
        <pc:spChg chg="mod">
          <ac:chgData name="FRANCESCO ALESSANDRO PINTO" userId="S::f.pinto16@studenti.unisa.it::e647daa0-8c8c-43db-a63e-434c81645a35" providerId="AD" clId="Web-{8AA5AB63-1E48-8B9A-0B01-55F7FFECCA97}" dt="2025-06-11T15:30:04.909" v="111" actId="20577"/>
          <ac:spMkLst>
            <pc:docMk/>
            <pc:sldMk cId="1003845412" sldId="286"/>
            <ac:spMk id="236" creationId="{8BFA2D37-3D49-C958-A2C3-83017C129605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7.003" v="109" actId="20577"/>
        <pc:sldMkLst>
          <pc:docMk/>
          <pc:sldMk cId="3372366951" sldId="287"/>
        </pc:sldMkLst>
        <pc:spChg chg="mod">
          <ac:chgData name="FRANCESCO ALESSANDRO PINTO" userId="S::f.pinto16@studenti.unisa.it::e647daa0-8c8c-43db-a63e-434c81645a35" providerId="AD" clId="Web-{8AA5AB63-1E48-8B9A-0B01-55F7FFECCA97}" dt="2025-06-11T15:29:57.003" v="109" actId="20577"/>
          <ac:spMkLst>
            <pc:docMk/>
            <pc:sldMk cId="3372366951" sldId="287"/>
            <ac:spMk id="236" creationId="{E5E474F1-41C5-F2CF-3E5C-6F3D0033E7EE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52.643" v="108" actId="20577"/>
        <pc:sldMkLst>
          <pc:docMk/>
          <pc:sldMk cId="1401141599" sldId="288"/>
        </pc:sldMkLst>
        <pc:spChg chg="mod">
          <ac:chgData name="FRANCESCO ALESSANDRO PINTO" userId="S::f.pinto16@studenti.unisa.it::e647daa0-8c8c-43db-a63e-434c81645a35" providerId="AD" clId="Web-{8AA5AB63-1E48-8B9A-0B01-55F7FFECCA97}" dt="2025-06-11T15:29:52.643" v="108" actId="20577"/>
          <ac:spMkLst>
            <pc:docMk/>
            <pc:sldMk cId="1401141599" sldId="288"/>
            <ac:spMk id="236" creationId="{62DBB9F0-01B4-0689-3ECA-C5AB8723DB7D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40.315" v="103" actId="20577"/>
        <pc:sldMkLst>
          <pc:docMk/>
          <pc:sldMk cId="2264291606" sldId="289"/>
        </pc:sldMkLst>
        <pc:spChg chg="mod">
          <ac:chgData name="FRANCESCO ALESSANDRO PINTO" userId="S::f.pinto16@studenti.unisa.it::e647daa0-8c8c-43db-a63e-434c81645a35" providerId="AD" clId="Web-{8AA5AB63-1E48-8B9A-0B01-55F7FFECCA97}" dt="2025-06-11T15:29:40.315" v="103" actId="20577"/>
          <ac:spMkLst>
            <pc:docMk/>
            <pc:sldMk cId="2264291606" sldId="289"/>
            <ac:spMk id="236" creationId="{D2BF7427-D348-B169-C20F-96C5F4445FA3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29:29.674" v="98" actId="20577"/>
        <pc:sldMkLst>
          <pc:docMk/>
          <pc:sldMk cId="552862991" sldId="290"/>
        </pc:sldMkLst>
        <pc:spChg chg="mod">
          <ac:chgData name="FRANCESCO ALESSANDRO PINTO" userId="S::f.pinto16@studenti.unisa.it::e647daa0-8c8c-43db-a63e-434c81645a35" providerId="AD" clId="Web-{8AA5AB63-1E48-8B9A-0B01-55F7FFECCA97}" dt="2025-06-11T15:27:52.843" v="18" actId="20577"/>
          <ac:spMkLst>
            <pc:docMk/>
            <pc:sldMk cId="552862991" sldId="290"/>
            <ac:spMk id="3" creationId="{997F532F-9EB0-A030-8B20-F0B682DFA557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29:29.674" v="98" actId="20577"/>
          <ac:spMkLst>
            <pc:docMk/>
            <pc:sldMk cId="552862991" sldId="290"/>
            <ac:spMk id="236" creationId="{C91A17A0-D644-F4A5-8AC7-EDDEEE6DB679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07.460" v="121" actId="20577"/>
        <pc:sldMkLst>
          <pc:docMk/>
          <pc:sldMk cId="1508285006" sldId="292"/>
        </pc:sldMkLst>
        <pc:spChg chg="mod">
          <ac:chgData name="FRANCESCO ALESSANDRO PINTO" userId="S::f.pinto16@studenti.unisa.it::e647daa0-8c8c-43db-a63e-434c81645a35" providerId="AD" clId="Web-{8AA5AB63-1E48-8B9A-0B01-55F7FFECCA97}" dt="2025-06-11T15:28:36.891" v="57" actId="20577"/>
          <ac:spMkLst>
            <pc:docMk/>
            <pc:sldMk cId="1508285006" sldId="292"/>
            <ac:spMk id="3" creationId="{92F9EB06-6F90-C53E-FA1B-C073007F6A7B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07.460" v="121" actId="20577"/>
          <ac:spMkLst>
            <pc:docMk/>
            <pc:sldMk cId="1508285006" sldId="292"/>
            <ac:spMk id="236" creationId="{97E23E00-B85C-EB88-D130-48B39892AB40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1.351" v="122" actId="20577"/>
        <pc:sldMkLst>
          <pc:docMk/>
          <pc:sldMk cId="1666482300" sldId="293"/>
        </pc:sldMkLst>
        <pc:spChg chg="mod">
          <ac:chgData name="FRANCESCO ALESSANDRO PINTO" userId="S::f.pinto16@studenti.unisa.it::e647daa0-8c8c-43db-a63e-434c81645a35" providerId="AD" clId="Web-{8AA5AB63-1E48-8B9A-0B01-55F7FFECCA97}" dt="2025-06-11T15:28:40.594" v="59" actId="20577"/>
          <ac:spMkLst>
            <pc:docMk/>
            <pc:sldMk cId="1666482300" sldId="293"/>
            <ac:spMk id="3" creationId="{5363E663-558F-8CFE-6493-0CCBF32E6366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1.351" v="122" actId="20577"/>
          <ac:spMkLst>
            <pc:docMk/>
            <pc:sldMk cId="1666482300" sldId="293"/>
            <ac:spMk id="236" creationId="{A101335B-8D0C-0799-2109-DEE3FD37F7B6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2:15.195" v="123" actId="20577"/>
        <pc:sldMkLst>
          <pc:docMk/>
          <pc:sldMk cId="638409052" sldId="294"/>
        </pc:sldMkLst>
        <pc:spChg chg="mod">
          <ac:chgData name="FRANCESCO ALESSANDRO PINTO" userId="S::f.pinto16@studenti.unisa.it::e647daa0-8c8c-43db-a63e-434c81645a35" providerId="AD" clId="Web-{8AA5AB63-1E48-8B9A-0B01-55F7FFECCA97}" dt="2025-06-11T15:28:43.204" v="61" actId="20577"/>
          <ac:spMkLst>
            <pc:docMk/>
            <pc:sldMk cId="638409052" sldId="294"/>
            <ac:spMk id="3" creationId="{75117D97-5871-77E6-9E87-77E7239F7022}"/>
          </ac:spMkLst>
        </pc:spChg>
        <pc:spChg chg="mod">
          <ac:chgData name="FRANCESCO ALESSANDRO PINTO" userId="S::f.pinto16@studenti.unisa.it::e647daa0-8c8c-43db-a63e-434c81645a35" providerId="AD" clId="Web-{8AA5AB63-1E48-8B9A-0B01-55F7FFECCA97}" dt="2025-06-11T15:32:15.195" v="123" actId="20577"/>
          <ac:spMkLst>
            <pc:docMk/>
            <pc:sldMk cId="638409052" sldId="294"/>
            <ac:spMk id="236" creationId="{89A09004-692D-BB79-ED07-D5DB5FE08B04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33.098" v="117" actId="20577"/>
        <pc:sldMkLst>
          <pc:docMk/>
          <pc:sldMk cId="2871947140" sldId="295"/>
        </pc:sldMkLst>
        <pc:spChg chg="mod">
          <ac:chgData name="FRANCESCO ALESSANDRO PINTO" userId="S::f.pinto16@studenti.unisa.it::e647daa0-8c8c-43db-a63e-434c81645a35" providerId="AD" clId="Web-{8AA5AB63-1E48-8B9A-0B01-55F7FFECCA97}" dt="2025-06-11T15:30:33.098" v="117" actId="20577"/>
          <ac:spMkLst>
            <pc:docMk/>
            <pc:sldMk cId="2871947140" sldId="295"/>
            <ac:spMk id="219" creationId="{558D0434-B621-BA09-7B7C-C72A2A23704C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9.535" v="116" actId="20577"/>
        <pc:sldMkLst>
          <pc:docMk/>
          <pc:sldMk cId="746687068" sldId="296"/>
        </pc:sldMkLst>
        <pc:spChg chg="mod">
          <ac:chgData name="FRANCESCO ALESSANDRO PINTO" userId="S::f.pinto16@studenti.unisa.it::e647daa0-8c8c-43db-a63e-434c81645a35" providerId="AD" clId="Web-{8AA5AB63-1E48-8B9A-0B01-55F7FFECCA97}" dt="2025-06-11T15:30:29.535" v="116" actId="20577"/>
          <ac:spMkLst>
            <pc:docMk/>
            <pc:sldMk cId="746687068" sldId="296"/>
            <ac:spMk id="219" creationId="{373ECF66-CFD8-3A64-F6D9-CE09F6E2A01F}"/>
          </ac:spMkLst>
        </pc:spChg>
      </pc:sldChg>
      <pc:sldChg chg="modSp">
        <pc:chgData name="FRANCESCO ALESSANDRO PINTO" userId="S::f.pinto16@studenti.unisa.it::e647daa0-8c8c-43db-a63e-434c81645a35" providerId="AD" clId="Web-{8AA5AB63-1E48-8B9A-0B01-55F7FFECCA97}" dt="2025-06-11T15:30:24.491" v="115" actId="20577"/>
        <pc:sldMkLst>
          <pc:docMk/>
          <pc:sldMk cId="1373631670" sldId="297"/>
        </pc:sldMkLst>
        <pc:spChg chg="mod">
          <ac:chgData name="FRANCESCO ALESSANDRO PINTO" userId="S::f.pinto16@studenti.unisa.it::e647daa0-8c8c-43db-a63e-434c81645a35" providerId="AD" clId="Web-{8AA5AB63-1E48-8B9A-0B01-55F7FFECCA97}" dt="2025-06-11T15:30:24.491" v="115" actId="20577"/>
          <ac:spMkLst>
            <pc:docMk/>
            <pc:sldMk cId="1373631670" sldId="297"/>
            <ac:spMk id="219" creationId="{2081F831-DAFD-5641-9865-B252AA4221A3}"/>
          </ac:spMkLst>
        </pc:spChg>
      </pc:sldChg>
      <pc:sldChg chg="add replId">
        <pc:chgData name="FRANCESCO ALESSANDRO PINTO" userId="S::f.pinto16@studenti.unisa.it::e647daa0-8c8c-43db-a63e-434c81645a35" providerId="AD" clId="Web-{8AA5AB63-1E48-8B9A-0B01-55F7FFECCA97}" dt="2025-06-11T15:36:58.735" v="124"/>
        <pc:sldMkLst>
          <pc:docMk/>
          <pc:sldMk cId="3880054053" sldId="349"/>
        </pc:sldMkLst>
      </pc:sldChg>
    </pc:docChg>
  </pc:docChgLst>
  <pc:docChgLst>
    <pc:chgData name="FRANCESCO MARIA TORINO" userId="S::f.torino1@studenti.unisa.it::34a0d49b-5219-4775-9879-2b7012d14a9a" providerId="AD" clId="Web-{DF453308-A533-9991-6CC1-6AA40A9925FA}"/>
    <pc:docChg chg="modSld">
      <pc:chgData name="FRANCESCO MARIA TORINO" userId="S::f.torino1@studenti.unisa.it::34a0d49b-5219-4775-9879-2b7012d14a9a" providerId="AD" clId="Web-{DF453308-A533-9991-6CC1-6AA40A9925FA}" dt="2025-06-06T10:09:57.647" v="3" actId="20577"/>
      <pc:docMkLst>
        <pc:docMk/>
      </pc:docMkLst>
      <pc:sldChg chg="modSp">
        <pc:chgData name="FRANCESCO MARIA TORINO" userId="S::f.torino1@studenti.unisa.it::34a0d49b-5219-4775-9879-2b7012d14a9a" providerId="AD" clId="Web-{DF453308-A533-9991-6CC1-6AA40A9925FA}" dt="2025-06-06T10:09:57.647" v="3" actId="20577"/>
        <pc:sldMkLst>
          <pc:docMk/>
          <pc:sldMk cId="0" sldId="256"/>
        </pc:sldMkLst>
        <pc:spChg chg="mod">
          <ac:chgData name="FRANCESCO MARIA TORINO" userId="S::f.torino1@studenti.unisa.it::34a0d49b-5219-4775-9879-2b7012d14a9a" providerId="AD" clId="Web-{DF453308-A533-9991-6CC1-6AA40A9925FA}" dt="2025-06-06T10:09:57.647" v="3" actId="20577"/>
          <ac:spMkLst>
            <pc:docMk/>
            <pc:sldMk cId="0" sldId="256"/>
            <ac:spMk id="103" creationId="{00000000-0000-0000-0000-000000000000}"/>
          </ac:spMkLst>
        </pc:spChg>
      </pc:sldChg>
    </pc:docChg>
  </pc:docChgLst>
  <pc:docChgLst>
    <pc:chgData name="FRANCESCO MARIA TORINO" userId="S::f.torino1@studenti.unisa.it::34a0d49b-5219-4775-9879-2b7012d14a9a" providerId="AD" clId="Web-{7C257E48-828D-628A-08BC-EB696EB650AC}"/>
    <pc:docChg chg="addSld delSld modSld">
      <pc:chgData name="FRANCESCO MARIA TORINO" userId="S::f.torino1@studenti.unisa.it::34a0d49b-5219-4775-9879-2b7012d14a9a" providerId="AD" clId="Web-{7C257E48-828D-628A-08BC-EB696EB650AC}" dt="2025-06-06T10:08:48.825" v="15" actId="1076"/>
      <pc:docMkLst>
        <pc:docMk/>
      </pc:docMkLst>
      <pc:sldChg chg="modSp add del">
        <pc:chgData name="FRANCESCO MARIA TORINO" userId="S::f.torino1@studenti.unisa.it::34a0d49b-5219-4775-9879-2b7012d14a9a" providerId="AD" clId="Web-{7C257E48-828D-628A-08BC-EB696EB650AC}" dt="2025-06-06T10:08:48.825" v="15" actId="1076"/>
        <pc:sldMkLst>
          <pc:docMk/>
          <pc:sldMk cId="0" sldId="257"/>
        </pc:sldMkLst>
        <pc:spChg chg="mod">
          <ac:chgData name="FRANCESCO MARIA TORINO" userId="S::f.torino1@studenti.unisa.it::34a0d49b-5219-4775-9879-2b7012d14a9a" providerId="AD" clId="Web-{7C257E48-828D-628A-08BC-EB696EB650AC}" dt="2025-06-06T10:08:48.825" v="15" actId="107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S::f.torino1@studenti.unisa.it::34a0d49b-5219-4775-9879-2b7012d14a9a" providerId="AD" clId="Web-{7C257E48-828D-628A-08BC-EB696EB650AC}" dt="2025-06-06T10:08:35.247" v="12" actId="1076"/>
          <ac:spMkLst>
            <pc:docMk/>
            <pc:sldMk cId="0" sldId="257"/>
            <ac:spMk id="123" creationId="{00000000-0000-0000-0000-000000000000}"/>
          </ac:spMkLst>
        </pc:spChg>
      </pc:sldChg>
    </pc:docChg>
  </pc:docChgLst>
  <pc:docChgLst>
    <pc:chgData name="FRANCESCO MARIA TORINO" userId="34a0d49b-5219-4775-9879-2b7012d14a9a" providerId="ADAL" clId="{B379B686-9918-404B-ABDD-2BD9E1995F04}"/>
    <pc:docChg chg="undo custSel addSld delSld modSld sldOrd modMainMaster">
      <pc:chgData name="FRANCESCO MARIA TORINO" userId="34a0d49b-5219-4775-9879-2b7012d14a9a" providerId="ADAL" clId="{B379B686-9918-404B-ABDD-2BD9E1995F04}" dt="2025-05-26T07:31:07.063" v="2966" actId="20577"/>
      <pc:docMkLst>
        <pc:docMk/>
      </pc:docMkLst>
      <pc:sldChg chg="addSp delSp 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6"/>
        </pc:sldMkLst>
        <pc:spChg chg="mod">
          <ac:chgData name="FRANCESCO MARIA TORINO" userId="34a0d49b-5219-4775-9879-2b7012d14a9a" providerId="ADAL" clId="{B379B686-9918-404B-ABDD-2BD9E1995F04}" dt="2025-05-23T06:09:54.222" v="1028" actId="20577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FRANCESCO MARIA TORINO" userId="34a0d49b-5219-4775-9879-2b7012d14a9a" providerId="ADAL" clId="{B379B686-9918-404B-ABDD-2BD9E1995F04}" dt="2025-05-23T06:02:57.610" v="1026" actId="20577"/>
          <ac:spMkLst>
            <pc:docMk/>
            <pc:sldMk cId="0" sldId="256"/>
            <ac:spMk id="104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57"/>
        </pc:sldMkLst>
        <pc:spChg chg="mod">
          <ac:chgData name="FRANCESCO MARIA TORINO" userId="34a0d49b-5219-4775-9879-2b7012d14a9a" providerId="ADAL" clId="{B379B686-9918-404B-ABDD-2BD9E1995F04}" dt="2025-05-23T06:09:58.913" v="1031" actId="20577"/>
          <ac:spMkLst>
            <pc:docMk/>
            <pc:sldMk cId="0" sldId="257"/>
            <ac:spMk id="116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6T07:31:07.063" v="2966" actId="20577"/>
        <pc:sldMkLst>
          <pc:docMk/>
          <pc:sldMk cId="0" sldId="258"/>
        </pc:sldMkLst>
        <pc:spChg chg="mod">
          <ac:chgData name="FRANCESCO MARIA TORINO" userId="34a0d49b-5219-4775-9879-2b7012d14a9a" providerId="ADAL" clId="{B379B686-9918-404B-ABDD-2BD9E1995F04}" dt="2025-05-23T06:10:01.384" v="1032" actId="20577"/>
          <ac:spMkLst>
            <pc:docMk/>
            <pc:sldMk cId="0" sldId="258"/>
            <ac:spMk id="133" creationId="{00000000-0000-0000-0000-000000000000}"/>
          </ac:spMkLst>
        </pc:spChg>
      </pc:sldChg>
      <pc:sldChg chg="modSp mod modTransition setBg">
        <pc:chgData name="FRANCESCO MARIA TORINO" userId="34a0d49b-5219-4775-9879-2b7012d14a9a" providerId="ADAL" clId="{B379B686-9918-404B-ABDD-2BD9E1995F04}" dt="2025-05-25T09:55:32.476" v="2965" actId="115"/>
        <pc:sldMkLst>
          <pc:docMk/>
          <pc:sldMk cId="0" sldId="259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0"/>
        </pc:sldMkLst>
      </pc:sldChg>
      <pc:sldChg chg="modSp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1"/>
        </pc:sldMkLst>
      </pc:sldChg>
      <pc:sldChg chg="modSp mod modTransition setBg">
        <pc:chgData name="FRANCESCO MARIA TORINO" userId="34a0d49b-5219-4775-9879-2b7012d14a9a" providerId="ADAL" clId="{B379B686-9918-404B-ABDD-2BD9E1995F04}" dt="2025-05-25T09:20:06.954" v="2953" actId="20577"/>
        <pc:sldMkLst>
          <pc:docMk/>
          <pc:sldMk cId="0" sldId="262"/>
        </pc:sldMkLst>
      </pc:sldChg>
      <pc:sldChg chg="addSp modSp mod modTransition setBg">
        <pc:chgData name="FRANCESCO MARIA TORINO" userId="34a0d49b-5219-4775-9879-2b7012d14a9a" providerId="ADAL" clId="{B379B686-9918-404B-ABDD-2BD9E1995F04}" dt="2025-05-25T09:42:04.015" v="2962" actId="1076"/>
        <pc:sldMkLst>
          <pc:docMk/>
          <pc:sldMk cId="0" sldId="263"/>
        </pc:sldMkLst>
      </pc:sldChg>
      <pc:sldChg chg="addSp delSp modSp mod modTransition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0" sldId="264"/>
        </pc:sldMkLst>
      </pc:sldChg>
      <pc:sldChg chg="modSp del mod modTransition">
        <pc:chgData name="FRANCESCO MARIA TORINO" userId="34a0d49b-5219-4775-9879-2b7012d14a9a" providerId="ADAL" clId="{B379B686-9918-404B-ABDD-2BD9E1995F04}" dt="2025-05-23T10:16:10.937" v="1837" actId="2696"/>
        <pc:sldMkLst>
          <pc:docMk/>
          <pc:sldMk cId="795230077" sldId="265"/>
        </pc:sldMkLst>
      </pc:sldChg>
      <pc:sldChg chg="addSp delSp modSp add mod modTransition setBg">
        <pc:chgData name="FRANCESCO MARIA TORINO" userId="34a0d49b-5219-4775-9879-2b7012d14a9a" providerId="ADAL" clId="{B379B686-9918-404B-ABDD-2BD9E1995F04}" dt="2025-05-25T09:10:20.061" v="2857"/>
        <pc:sldMkLst>
          <pc:docMk/>
          <pc:sldMk cId="504239801" sldId="266"/>
        </pc:sldMkLst>
      </pc:sldChg>
      <pc:sldChg chg="add del setBg">
        <pc:chgData name="FRANCESCO MARIA TORINO" userId="34a0d49b-5219-4775-9879-2b7012d14a9a" providerId="ADAL" clId="{B379B686-9918-404B-ABDD-2BD9E1995F04}" dt="2025-05-22T09:31:10.418" v="293"/>
        <pc:sldMkLst>
          <pc:docMk/>
          <pc:sldMk cId="2757119923" sldId="26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952422524" sldId="267"/>
        </pc:sldMkLst>
      </pc:sldChg>
      <pc:sldChg chg="modSp add mod setBg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260352107" sldId="268"/>
        </pc:sldMkLst>
      </pc:sldChg>
      <pc:sldChg chg="add del setBg">
        <pc:chgData name="FRANCESCO MARIA TORINO" userId="34a0d49b-5219-4775-9879-2b7012d14a9a" providerId="ADAL" clId="{B379B686-9918-404B-ABDD-2BD9E1995F04}" dt="2025-05-22T10:08:19.375" v="720"/>
        <pc:sldMkLst>
          <pc:docMk/>
          <pc:sldMk cId="525703565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1924434611" sldId="269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10:20.061" v="2857"/>
        <pc:sldMkLst>
          <pc:docMk/>
          <pc:sldMk cId="3500099326" sldId="27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138881552" sldId="271"/>
        </pc:sldMkLst>
      </pc:sldChg>
      <pc:sldChg chg="addSp delSp modSp add del mod">
        <pc:chgData name="FRANCESCO MARIA TORINO" userId="34a0d49b-5219-4775-9879-2b7012d14a9a" providerId="ADAL" clId="{B379B686-9918-404B-ABDD-2BD9E1995F04}" dt="2025-05-23T09:04:31.291" v="1414" actId="2696"/>
        <pc:sldMkLst>
          <pc:docMk/>
          <pc:sldMk cId="79269881" sldId="272"/>
        </pc:sldMkLst>
      </pc:sldChg>
      <pc:sldChg chg="add del setBg">
        <pc:chgData name="FRANCESCO MARIA TORINO" userId="34a0d49b-5219-4775-9879-2b7012d14a9a" providerId="ADAL" clId="{B379B686-9918-404B-ABDD-2BD9E1995F04}" dt="2025-05-22T10:29:31.628" v="986" actId="2696"/>
        <pc:sldMkLst>
          <pc:docMk/>
          <pc:sldMk cId="2888689665" sldId="272"/>
        </pc:sldMkLst>
      </pc:sldChg>
      <pc:sldChg chg="delSp modSp add del mod delAnim">
        <pc:chgData name="FRANCESCO MARIA TORINO" userId="34a0d49b-5219-4775-9879-2b7012d14a9a" providerId="ADAL" clId="{B379B686-9918-404B-ABDD-2BD9E1995F04}" dt="2025-05-22T10:30:34.334" v="989" actId="2696"/>
        <pc:sldMkLst>
          <pc:docMk/>
          <pc:sldMk cId="3865113122" sldId="272"/>
        </pc:sldMkLst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909470193" sldId="273"/>
        </pc:sldMkLst>
        <pc:spChg chg="mod">
          <ac:chgData name="FRANCESCO MARIA TORINO" userId="34a0d49b-5219-4775-9879-2b7012d14a9a" providerId="ADAL" clId="{B379B686-9918-404B-ABDD-2BD9E1995F04}" dt="2025-05-23T06:10:21.055" v="1037" actId="20577"/>
          <ac:spMkLst>
            <pc:docMk/>
            <pc:sldMk cId="1909470193" sldId="273"/>
            <ac:spMk id="221" creationId="{D1B0DBDA-1A42-DF8E-340A-9089DEFA5809}"/>
          </ac:spMkLst>
        </pc:spChg>
      </pc:sldChg>
      <pc:sldChg chg="modSp mod setBg">
        <pc:chgData name="FRANCESCO MARIA TORINO" userId="34a0d49b-5219-4775-9879-2b7012d14a9a" providerId="ADAL" clId="{B379B686-9918-404B-ABDD-2BD9E1995F04}" dt="2025-05-25T09:10:20.061" v="2857"/>
        <pc:sldMkLst>
          <pc:docMk/>
          <pc:sldMk cId="1831875767" sldId="274"/>
        </pc:sldMkLst>
        <pc:spChg chg="mod">
          <ac:chgData name="FRANCESCO MARIA TORINO" userId="34a0d49b-5219-4775-9879-2b7012d14a9a" providerId="ADAL" clId="{B379B686-9918-404B-ABDD-2BD9E1995F04}" dt="2025-05-23T06:10:24.108" v="1038" actId="20577"/>
          <ac:spMkLst>
            <pc:docMk/>
            <pc:sldMk cId="1831875767" sldId="274"/>
            <ac:spMk id="221" creationId="{E1182F03-E0B7-252C-BFC0-0B1D3CF904CA}"/>
          </ac:spMkLst>
        </pc:spChg>
      </pc:sldChg>
      <pc:sldChg chg="add del setBg">
        <pc:chgData name="FRANCESCO MARIA TORINO" userId="34a0d49b-5219-4775-9879-2b7012d14a9a" providerId="ADAL" clId="{B379B686-9918-404B-ABDD-2BD9E1995F04}" dt="2025-05-23T09:02:08.043" v="1356"/>
        <pc:sldMkLst>
          <pc:docMk/>
          <pc:sldMk cId="569982596" sldId="275"/>
        </pc:sldMkLst>
      </pc:sldChg>
      <pc:sldChg chg="addSp delSp modSp add del mod">
        <pc:chgData name="FRANCESCO MARIA TORINO" userId="34a0d49b-5219-4775-9879-2b7012d14a9a" providerId="ADAL" clId="{B379B686-9918-404B-ABDD-2BD9E1995F04}" dt="2025-05-25T09:08:54.949" v="2855" actId="2696"/>
        <pc:sldMkLst>
          <pc:docMk/>
          <pc:sldMk cId="2166049131" sldId="275"/>
        </pc:sldMkLst>
      </pc:sldChg>
      <pc:sldChg chg="addSp modSp add mod setBg">
        <pc:chgData name="FRANCESCO MARIA TORINO" userId="34a0d49b-5219-4775-9879-2b7012d14a9a" providerId="ADAL" clId="{B379B686-9918-404B-ABDD-2BD9E1995F04}" dt="2025-05-25T09:42:16.855" v="2964"/>
        <pc:sldMkLst>
          <pc:docMk/>
          <pc:sldMk cId="3772189574" sldId="275"/>
        </pc:sldMkLst>
      </pc:sldChg>
      <pc:sldChg chg="add del setBg">
        <pc:chgData name="FRANCESCO MARIA TORINO" userId="34a0d49b-5219-4775-9879-2b7012d14a9a" providerId="ADAL" clId="{B379B686-9918-404B-ABDD-2BD9E1995F04}" dt="2025-05-23T10:15:07.024" v="1816" actId="2696"/>
        <pc:sldMkLst>
          <pc:docMk/>
          <pc:sldMk cId="2513817839" sldId="276"/>
        </pc:sldMkLst>
      </pc:sldChg>
      <pc:sldChg chg="delSp modSp add del mod">
        <pc:chgData name="FRANCESCO MARIA TORINO" userId="34a0d49b-5219-4775-9879-2b7012d14a9a" providerId="ADAL" clId="{B379B686-9918-404B-ABDD-2BD9E1995F04}" dt="2025-05-25T09:08:40.965" v="2841" actId="2696"/>
        <pc:sldMkLst>
          <pc:docMk/>
          <pc:sldMk cId="2547258315" sldId="276"/>
        </pc:sldMkLst>
      </pc:sldChg>
      <pc:sldChg chg="addSp delSp modSp add mod setBg delAnim modAnim">
        <pc:chgData name="FRANCESCO MARIA TORINO" userId="34a0d49b-5219-4775-9879-2b7012d14a9a" providerId="ADAL" clId="{B379B686-9918-404B-ABDD-2BD9E1995F04}" dt="2025-05-25T09:32:03.365" v="2955" actId="478"/>
        <pc:sldMkLst>
          <pc:docMk/>
          <pc:sldMk cId="3116586205" sldId="277"/>
        </pc:sldMkLst>
        <pc:spChg chg="mod">
          <ac:chgData name="FRANCESCO MARIA TORINO" userId="34a0d49b-5219-4775-9879-2b7012d14a9a" providerId="ADAL" clId="{B379B686-9918-404B-ABDD-2BD9E1995F04}" dt="2025-05-23T10:16:20.398" v="1848" actId="20577"/>
          <ac:spMkLst>
            <pc:docMk/>
            <pc:sldMk cId="3116586205" sldId="277"/>
            <ac:spMk id="3" creationId="{9971FCBD-B7C4-6D7D-5958-F3CC83073C9E}"/>
          </ac:spMkLst>
        </pc:spChg>
        <pc:spChg chg="mod">
          <ac:chgData name="FRANCESCO MARIA TORINO" userId="34a0d49b-5219-4775-9879-2b7012d14a9a" providerId="ADAL" clId="{B379B686-9918-404B-ABDD-2BD9E1995F04}" dt="2025-05-23T10:16:24.484" v="1859" actId="20577"/>
          <ac:spMkLst>
            <pc:docMk/>
            <pc:sldMk cId="3116586205" sldId="277"/>
            <ac:spMk id="236" creationId="{AA9CDC83-CBD2-E6B8-B39F-159DED4866A1}"/>
          </ac:spMkLst>
        </pc:spChg>
      </pc:sldChg>
      <pc:sldChg chg="addSp delSp modSp add del mod ord setBg delAnim">
        <pc:chgData name="FRANCESCO MARIA TORINO" userId="34a0d49b-5219-4775-9879-2b7012d14a9a" providerId="ADAL" clId="{B379B686-9918-404B-ABDD-2BD9E1995F04}" dt="2025-05-25T09:32:01.385" v="2954" actId="2696"/>
        <pc:sldMkLst>
          <pc:docMk/>
          <pc:sldMk cId="264707148" sldId="278"/>
        </pc:sldMkLst>
      </pc:sldChg>
      <pc:sldChg chg="delSp modSp add del mod delAnim">
        <pc:chgData name="FRANCESCO MARIA TORINO" userId="34a0d49b-5219-4775-9879-2b7012d14a9a" providerId="ADAL" clId="{B379B686-9918-404B-ABDD-2BD9E1995F04}" dt="2025-05-25T08:55:53.442" v="2838" actId="2696"/>
        <pc:sldMkLst>
          <pc:docMk/>
          <pc:sldMk cId="2811189572" sldId="279"/>
        </pc:sldMkLst>
      </pc:sldChg>
      <pc:sldChg chg="add del setBg">
        <pc:chgData name="FRANCESCO MARIA TORINO" userId="34a0d49b-5219-4775-9879-2b7012d14a9a" providerId="ADAL" clId="{B379B686-9918-404B-ABDD-2BD9E1995F04}" dt="2025-05-23T10:26:52.242" v="2612" actId="2696"/>
        <pc:sldMkLst>
          <pc:docMk/>
          <pc:sldMk cId="2969083919" sldId="279"/>
        </pc:sldMkLst>
      </pc:sldChg>
      <pc:sldChg chg="add del">
        <pc:chgData name="FRANCESCO MARIA TORINO" userId="34a0d49b-5219-4775-9879-2b7012d14a9a" providerId="ADAL" clId="{B379B686-9918-404B-ABDD-2BD9E1995F04}" dt="2025-05-23T10:26:58.380" v="2614" actId="2696"/>
        <pc:sldMkLst>
          <pc:docMk/>
          <pc:sldMk cId="3013469821" sldId="279"/>
        </pc:sldMkLst>
      </pc:sldChg>
      <pc:sldChg chg="add del setBg">
        <pc:chgData name="FRANCESCO MARIA TORINO" userId="34a0d49b-5219-4775-9879-2b7012d14a9a" providerId="ADAL" clId="{B379B686-9918-404B-ABDD-2BD9E1995F04}" dt="2025-05-23T11:15:17.860" v="2632" actId="2696"/>
        <pc:sldMkLst>
          <pc:docMk/>
          <pc:sldMk cId="2658937379" sldId="280"/>
        </pc:sldMkLst>
      </pc:sldChg>
      <pc:sldChg chg="addSp delSp modSp add mod setBg delAnim">
        <pc:chgData name="FRANCESCO MARIA TORINO" userId="34a0d49b-5219-4775-9879-2b7012d14a9a" providerId="ADAL" clId="{B379B686-9918-404B-ABDD-2BD9E1995F04}" dt="2025-05-25T09:10:20.061" v="2857"/>
        <pc:sldMkLst>
          <pc:docMk/>
          <pc:sldMk cId="3584648600" sldId="28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799825697" sldId="281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161251246" sldId="28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925494781" sldId="28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442202718" sldId="28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003845412" sldId="286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3372366951" sldId="287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401141599" sldId="288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264291606" sldId="289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552862991" sldId="290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508285006" sldId="292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1666482300" sldId="293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638409052" sldId="294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2871947140" sldId="295"/>
        </pc:sldMkLst>
      </pc:sldChg>
      <pc:sldChg chg="setBg">
        <pc:chgData name="FRANCESCO MARIA TORINO" userId="34a0d49b-5219-4775-9879-2b7012d14a9a" providerId="ADAL" clId="{B379B686-9918-404B-ABDD-2BD9E1995F04}" dt="2025-05-25T09:10:20.061" v="2857"/>
        <pc:sldMkLst>
          <pc:docMk/>
          <pc:sldMk cId="746687068" sldId="296"/>
        </pc:sldMkLst>
      </pc:sldChg>
      <pc:sldChg chg="addSp modSp setBg">
        <pc:chgData name="FRANCESCO MARIA TORINO" userId="34a0d49b-5219-4775-9879-2b7012d14a9a" providerId="ADAL" clId="{B379B686-9918-404B-ABDD-2BD9E1995F04}" dt="2025-05-25T09:42:11.166" v="2963"/>
        <pc:sldMkLst>
          <pc:docMk/>
          <pc:sldMk cId="1373631670" sldId="297"/>
        </pc:sldMkLst>
      </pc:sldChg>
      <pc:sldMasterChg chg="setBg modSldLayout">
        <pc:chgData name="FRANCESCO MARIA TORINO" userId="34a0d49b-5219-4775-9879-2b7012d14a9a" providerId="ADAL" clId="{B379B686-9918-404B-ABDD-2BD9E1995F04}" dt="2025-05-25T09:10:20.061" v="2857"/>
        <pc:sldMasterMkLst>
          <pc:docMk/>
          <pc:sldMasterMk cId="3885317743" sldId="2147483732"/>
        </pc:sldMasterMkLst>
        <pc:sldLayoutChg chg="setBg">
          <pc:chgData name="FRANCESCO MARIA TORINO" userId="34a0d49b-5219-4775-9879-2b7012d14a9a" providerId="ADAL" clId="{B379B686-9918-404B-ABDD-2BD9E1995F04}" dt="2025-05-25T09:10:20.061" v="2857"/>
          <pc:sldLayoutMkLst>
            <pc:docMk/>
            <pc:sldMasterMk cId="3885317743" sldId="2147483732"/>
            <pc:sldLayoutMk cId="2883786330" sldId="2147483745"/>
          </pc:sldLayoutMkLst>
        </pc:sldLayoutChg>
      </pc:sldMasterChg>
    </pc:docChg>
  </pc:docChgLst>
  <pc:docChgLst>
    <pc:chgData name="FRANCESCO ALESSANDRO PINTO" userId="e647daa0-8c8c-43db-a63e-434c81645a35" providerId="ADAL" clId="{C0133827-E301-471F-BD46-E3439136E4CF}"/>
    <pc:docChg chg="undo custSel addSld delSld modSld sldOrd">
      <pc:chgData name="FRANCESCO ALESSANDRO PINTO" userId="e647daa0-8c8c-43db-a63e-434c81645a35" providerId="ADAL" clId="{C0133827-E301-471F-BD46-E3439136E4CF}" dt="2025-06-11T16:05:38.633" v="3330" actId="1076"/>
      <pc:docMkLst>
        <pc:docMk/>
      </pc:docMkLst>
      <pc:sldChg chg="addSp delSp modSp mod">
        <pc:chgData name="FRANCESCO ALESSANDRO PINTO" userId="e647daa0-8c8c-43db-a63e-434c81645a35" providerId="ADAL" clId="{C0133827-E301-471F-BD46-E3439136E4CF}" dt="2025-06-11T15:52:32.953" v="2648" actId="1037"/>
        <pc:sldMkLst>
          <pc:docMk/>
          <pc:sldMk cId="0" sldId="258"/>
        </pc:sldMkLst>
        <pc:spChg chg="add mod">
          <ac:chgData name="FRANCESCO ALESSANDRO PINTO" userId="e647daa0-8c8c-43db-a63e-434c81645a35" providerId="ADAL" clId="{C0133827-E301-471F-BD46-E3439136E4CF}" dt="2025-06-11T15:52:26.941" v="2629" actId="1038"/>
          <ac:spMkLst>
            <pc:docMk/>
            <pc:sldMk cId="0" sldId="258"/>
            <ac:spMk id="3" creationId="{EE8F8616-4135-5959-A526-ABE862D0E3E1}"/>
          </ac:spMkLst>
        </pc:spChg>
        <pc:spChg chg="add mod">
          <ac:chgData name="FRANCESCO ALESSANDRO PINTO" userId="e647daa0-8c8c-43db-a63e-434c81645a35" providerId="ADAL" clId="{C0133827-E301-471F-BD46-E3439136E4CF}" dt="2025-06-11T15:52:32.953" v="2648" actId="1037"/>
          <ac:spMkLst>
            <pc:docMk/>
            <pc:sldMk cId="0" sldId="258"/>
            <ac:spMk id="6" creationId="{67AEAA6D-643D-E837-5E4A-3047305D2277}"/>
          </ac:spMkLst>
        </pc:spChg>
        <pc:spChg chg="add mod">
          <ac:chgData name="FRANCESCO ALESSANDRO PINTO" userId="e647daa0-8c8c-43db-a63e-434c81645a35" providerId="ADAL" clId="{C0133827-E301-471F-BD46-E3439136E4CF}" dt="2025-06-11T15:51:39.807" v="2610" actId="207"/>
          <ac:spMkLst>
            <pc:docMk/>
            <pc:sldMk cId="0" sldId="258"/>
            <ac:spMk id="9" creationId="{7886E43F-209C-21F8-C380-A6AB497DDEAF}"/>
          </ac:spMkLst>
        </pc:spChg>
        <pc:spChg chg="del mod">
          <ac:chgData name="FRANCESCO ALESSANDRO PINTO" userId="e647daa0-8c8c-43db-a63e-434c81645a35" providerId="ADAL" clId="{C0133827-E301-471F-BD46-E3439136E4CF}" dt="2025-06-11T15:41:53.125" v="2516" actId="478"/>
          <ac:spMkLst>
            <pc:docMk/>
            <pc:sldMk cId="0" sldId="258"/>
            <ac:spMk id="138" creationId="{00000000-0000-0000-0000-000000000000}"/>
          </ac:spMkLst>
        </pc:spChg>
        <pc:spChg chg="mod">
          <ac:chgData name="FRANCESCO ALESSANDRO PINTO" userId="e647daa0-8c8c-43db-a63e-434c81645a35" providerId="ADAL" clId="{C0133827-E301-471F-BD46-E3439136E4CF}" dt="2025-06-11T15:47:33.275" v="2580" actId="1076"/>
          <ac:spMkLst>
            <pc:docMk/>
            <pc:sldMk cId="0" sldId="258"/>
            <ac:spMk id="139" creationId="{00000000-0000-0000-0000-000000000000}"/>
          </ac:spMkLst>
        </pc:spChg>
        <pc:picChg chg="mod ord">
          <ac:chgData name="FRANCESCO ALESSANDRO PINTO" userId="e647daa0-8c8c-43db-a63e-434c81645a35" providerId="ADAL" clId="{C0133827-E301-471F-BD46-E3439136E4CF}" dt="2025-06-11T15:52:29.175" v="2630" actId="1076"/>
          <ac:picMkLst>
            <pc:docMk/>
            <pc:sldMk cId="0" sldId="258"/>
            <ac:picMk id="2" creationId="{DBBAD7FE-1B64-0D5E-80E0-521DDC1E6280}"/>
          </ac:picMkLst>
        </pc:picChg>
        <pc:picChg chg="add mod ord">
          <ac:chgData name="FRANCESCO ALESSANDRO PINTO" userId="e647daa0-8c8c-43db-a63e-434c81645a35" providerId="ADAL" clId="{C0133827-E301-471F-BD46-E3439136E4CF}" dt="2025-06-11T15:52:32.953" v="2648" actId="1037"/>
          <ac:picMkLst>
            <pc:docMk/>
            <pc:sldMk cId="0" sldId="258"/>
            <ac:picMk id="5" creationId="{9E0DE860-CB10-D435-C2AD-A47EF35A1692}"/>
          </ac:picMkLst>
        </pc:picChg>
        <pc:picChg chg="add mod ord">
          <ac:chgData name="FRANCESCO ALESSANDRO PINTO" userId="e647daa0-8c8c-43db-a63e-434c81645a35" providerId="ADAL" clId="{C0133827-E301-471F-BD46-E3439136E4CF}" dt="2025-06-11T15:47:06.618" v="2572" actId="1076"/>
          <ac:picMkLst>
            <pc:docMk/>
            <pc:sldMk cId="0" sldId="258"/>
            <ac:picMk id="8" creationId="{929C5EDF-76D5-3A35-0653-099A6B379C0C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2"/>
        </pc:sldMkLst>
      </pc:sldChg>
      <pc:sldChg chg="del">
        <pc:chgData name="FRANCESCO ALESSANDRO PINTO" userId="e647daa0-8c8c-43db-a63e-434c81645a35" providerId="ADAL" clId="{C0133827-E301-471F-BD46-E3439136E4CF}" dt="2025-06-10T15:44:39.638" v="2440" actId="2696"/>
        <pc:sldMkLst>
          <pc:docMk/>
          <pc:sldMk cId="0" sldId="263"/>
        </pc:sldMkLst>
      </pc:sldChg>
      <pc:sldChg chg="delSp mod">
        <pc:chgData name="FRANCESCO ALESSANDRO PINTO" userId="e647daa0-8c8c-43db-a63e-434c81645a35" providerId="ADAL" clId="{C0133827-E301-471F-BD46-E3439136E4CF}" dt="2025-06-10T15:44:52.962" v="2441" actId="478"/>
        <pc:sldMkLst>
          <pc:docMk/>
          <pc:sldMk cId="1373631670" sldId="297"/>
        </pc:sldMkLst>
      </pc:sldChg>
      <pc:sldChg chg="addSp delSp modSp mod">
        <pc:chgData name="FRANCESCO ALESSANDRO PINTO" userId="e647daa0-8c8c-43db-a63e-434c81645a35" providerId="ADAL" clId="{C0133827-E301-471F-BD46-E3439136E4CF}" dt="2025-06-11T16:05:38.633" v="3330" actId="1076"/>
        <pc:sldMkLst>
          <pc:docMk/>
          <pc:sldMk cId="1078486313" sldId="299"/>
        </pc:sldMkLst>
        <pc:spChg chg="mod">
          <ac:chgData name="FRANCESCO ALESSANDRO PINTO" userId="e647daa0-8c8c-43db-a63e-434c81645a35" providerId="ADAL" clId="{C0133827-E301-471F-BD46-E3439136E4CF}" dt="2025-06-11T16:03:08.587" v="3263" actId="20577"/>
          <ac:spMkLst>
            <pc:docMk/>
            <pc:sldMk cId="1078486313" sldId="299"/>
            <ac:spMk id="131" creationId="{64431DD0-1968-707A-B017-29DFD3B94DEC}"/>
          </ac:spMkLst>
        </pc:spChg>
        <pc:spChg chg="mod">
          <ac:chgData name="FRANCESCO ALESSANDRO PINTO" userId="e647daa0-8c8c-43db-a63e-434c81645a35" providerId="ADAL" clId="{C0133827-E301-471F-BD46-E3439136E4CF}" dt="2025-06-11T16:04:27.549" v="3325" actId="1076"/>
          <ac:spMkLst>
            <pc:docMk/>
            <pc:sldMk cId="1078486313" sldId="299"/>
            <ac:spMk id="138" creationId="{D484A0D9-49F5-670C-5DA9-78580215A00C}"/>
          </ac:spMkLst>
        </pc:spChg>
        <pc:picChg chg="del mod">
          <ac:chgData name="FRANCESCO ALESSANDRO PINTO" userId="e647daa0-8c8c-43db-a63e-434c81645a35" providerId="ADAL" clId="{C0133827-E301-471F-BD46-E3439136E4CF}" dt="2025-06-11T16:05:34.481" v="3326" actId="478"/>
          <ac:picMkLst>
            <pc:docMk/>
            <pc:sldMk cId="1078486313" sldId="299"/>
            <ac:picMk id="3" creationId="{3710073D-D059-A134-25C3-6C5A97206490}"/>
          </ac:picMkLst>
        </pc:picChg>
        <pc:picChg chg="add mod">
          <ac:chgData name="FRANCESCO ALESSANDRO PINTO" userId="e647daa0-8c8c-43db-a63e-434c81645a35" providerId="ADAL" clId="{C0133827-E301-471F-BD46-E3439136E4CF}" dt="2025-06-11T16:05:38.633" v="3330" actId="1076"/>
          <ac:picMkLst>
            <pc:docMk/>
            <pc:sldMk cId="1078486313" sldId="299"/>
            <ac:picMk id="4" creationId="{4C2A3228-9427-3323-7B88-EB6873473208}"/>
          </ac:picMkLst>
        </pc:picChg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439483489" sldId="302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129929411" sldId="303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653600856" sldId="304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4021551348" sldId="305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775568194" sldId="306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2896226816" sldId="307"/>
        </pc:sldMkLst>
      </pc:sldChg>
      <pc:sldChg chg="del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3878454640" sldId="308"/>
        </pc:sldMkLst>
      </pc:sldChg>
      <pc:sldChg chg="del ord">
        <pc:chgData name="FRANCESCO ALESSANDRO PINTO" userId="e647daa0-8c8c-43db-a63e-434c81645a35" providerId="ADAL" clId="{C0133827-E301-471F-BD46-E3439136E4CF}" dt="2025-06-10T15:44:28.469" v="2439" actId="2696"/>
        <pc:sldMkLst>
          <pc:docMk/>
          <pc:sldMk cId="1618289684" sldId="309"/>
        </pc:sldMkLst>
      </pc:sldChg>
      <pc:sldChg chg="addSp delSp modSp add mod">
        <pc:chgData name="FRANCESCO ALESSANDRO PINTO" userId="e647daa0-8c8c-43db-a63e-434c81645a35" providerId="ADAL" clId="{C0133827-E301-471F-BD46-E3439136E4CF}" dt="2025-06-10T14:44:24.953" v="203" actId="1076"/>
        <pc:sldMkLst>
          <pc:docMk/>
          <pc:sldMk cId="2093837706" sldId="318"/>
        </pc:sldMkLst>
        <pc:spChg chg="add mod">
          <ac:chgData name="FRANCESCO ALESSANDRO PINTO" userId="e647daa0-8c8c-43db-a63e-434c81645a35" providerId="ADAL" clId="{C0133827-E301-471F-BD46-E3439136E4CF}" dt="2025-06-10T14:32:56.106" v="61" actId="20577"/>
          <ac:spMkLst>
            <pc:docMk/>
            <pc:sldMk cId="2093837706" sldId="318"/>
            <ac:spMk id="9" creationId="{7CCB9FD4-605A-991E-B969-7CEB9E1BCFE6}"/>
          </ac:spMkLst>
        </pc:spChg>
        <pc:spChg chg="add mod">
          <ac:chgData name="FRANCESCO ALESSANDRO PINTO" userId="e647daa0-8c8c-43db-a63e-434c81645a35" providerId="ADAL" clId="{C0133827-E301-471F-BD46-E3439136E4CF}" dt="2025-06-10T14:43:28.557" v="136" actId="1076"/>
          <ac:spMkLst>
            <pc:docMk/>
            <pc:sldMk cId="2093837706" sldId="318"/>
            <ac:spMk id="26" creationId="{7F45D1A5-E899-9479-46AC-FBD2203186BE}"/>
          </ac:spMkLst>
        </pc:spChg>
        <pc:spChg chg="add mod">
          <ac:chgData name="FRANCESCO ALESSANDRO PINTO" userId="e647daa0-8c8c-43db-a63e-434c81645a35" providerId="ADAL" clId="{C0133827-E301-471F-BD46-E3439136E4CF}" dt="2025-06-10T14:43:40.276" v="155" actId="20577"/>
          <ac:spMkLst>
            <pc:docMk/>
            <pc:sldMk cId="2093837706" sldId="318"/>
            <ac:spMk id="27" creationId="{ADE2A662-E280-7E5E-C27F-A69E874238E1}"/>
          </ac:spMkLst>
        </pc:spChg>
        <pc:spChg chg="add mod">
          <ac:chgData name="FRANCESCO ALESSANDRO PINTO" userId="e647daa0-8c8c-43db-a63e-434c81645a35" providerId="ADAL" clId="{C0133827-E301-471F-BD46-E3439136E4CF}" dt="2025-06-10T14:44:04.889" v="173" actId="1076"/>
          <ac:spMkLst>
            <pc:docMk/>
            <pc:sldMk cId="2093837706" sldId="318"/>
            <ac:spMk id="28" creationId="{776876D0-7CB2-863B-FC20-858B75AB2F19}"/>
          </ac:spMkLst>
        </pc:spChg>
        <pc:spChg chg="add mod">
          <ac:chgData name="FRANCESCO ALESSANDRO PINTO" userId="e647daa0-8c8c-43db-a63e-434c81645a35" providerId="ADAL" clId="{C0133827-E301-471F-BD46-E3439136E4CF}" dt="2025-06-10T14:44:24.953" v="203" actId="1076"/>
          <ac:spMkLst>
            <pc:docMk/>
            <pc:sldMk cId="2093837706" sldId="318"/>
            <ac:spMk id="29" creationId="{573F0E02-F2F7-E7C8-50C2-E7A521785D33}"/>
          </ac:spMkLst>
        </pc:spChg>
        <pc:spChg chg="mod">
          <ac:chgData name="FRANCESCO ALESSANDRO PINTO" userId="e647daa0-8c8c-43db-a63e-434c81645a35" providerId="ADAL" clId="{C0133827-E301-471F-BD46-E3439136E4CF}" dt="2025-06-10T14:30:16.596" v="29" actId="20577"/>
          <ac:spMkLst>
            <pc:docMk/>
            <pc:sldMk cId="2093837706" sldId="318"/>
            <ac:spMk id="131" creationId="{A019F3DF-C02D-291A-62AE-6C3CB26E4D14}"/>
          </ac:spMkLst>
        </pc:sp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4" creationId="{0CBCAC01-221E-2386-F5ED-53C36D918775}"/>
          </ac:picMkLst>
        </pc:picChg>
        <pc:picChg chg="add mod">
          <ac:chgData name="FRANCESCO ALESSANDRO PINTO" userId="e647daa0-8c8c-43db-a63e-434c81645a35" providerId="ADAL" clId="{C0133827-E301-471F-BD46-E3439136E4CF}" dt="2025-06-10T14:42:34.341" v="117" actId="1076"/>
          <ac:picMkLst>
            <pc:docMk/>
            <pc:sldMk cId="2093837706" sldId="318"/>
            <ac:picMk id="6" creationId="{5E127DF7-517F-ED90-8A0A-04383A04B91B}"/>
          </ac:picMkLst>
        </pc:picChg>
        <pc:picChg chg="add mod">
          <ac:chgData name="FRANCESCO ALESSANDRO PINTO" userId="e647daa0-8c8c-43db-a63e-434c81645a35" providerId="ADAL" clId="{C0133827-E301-471F-BD46-E3439136E4CF}" dt="2025-06-10T14:42:29.291" v="116" actId="1037"/>
          <ac:picMkLst>
            <pc:docMk/>
            <pc:sldMk cId="2093837706" sldId="318"/>
            <ac:picMk id="13" creationId="{1F0FB0D7-E967-82DC-7B56-0E09ECF1F73F}"/>
          </ac:picMkLst>
        </pc:picChg>
        <pc:picChg chg="add mod">
          <ac:chgData name="FRANCESCO ALESSANDRO PINTO" userId="e647daa0-8c8c-43db-a63e-434c81645a35" providerId="ADAL" clId="{C0133827-E301-471F-BD46-E3439136E4CF}" dt="2025-06-10T14:38:24.738" v="88" actId="1076"/>
          <ac:picMkLst>
            <pc:docMk/>
            <pc:sldMk cId="2093837706" sldId="318"/>
            <ac:picMk id="19" creationId="{078C4ACD-7C93-17F6-3454-95824EEB304C}"/>
          </ac:picMkLst>
        </pc:picChg>
        <pc:picChg chg="add mod">
          <ac:chgData name="FRANCESCO ALESSANDRO PINTO" userId="e647daa0-8c8c-43db-a63e-434c81645a35" providerId="ADAL" clId="{C0133827-E301-471F-BD46-E3439136E4CF}" dt="2025-06-10T14:39:44.012" v="92" actId="1076"/>
          <ac:picMkLst>
            <pc:docMk/>
            <pc:sldMk cId="2093837706" sldId="318"/>
            <ac:picMk id="21" creationId="{61409D03-E3B3-3BA5-5CAF-2C58E19DCEC7}"/>
          </ac:picMkLst>
        </pc:picChg>
        <pc:picChg chg="add mod">
          <ac:chgData name="FRANCESCO ALESSANDRO PINTO" userId="e647daa0-8c8c-43db-a63e-434c81645a35" providerId="ADAL" clId="{C0133827-E301-471F-BD46-E3439136E4CF}" dt="2025-06-10T14:42:16.409" v="101" actId="1076"/>
          <ac:picMkLst>
            <pc:docMk/>
            <pc:sldMk cId="2093837706" sldId="318"/>
            <ac:picMk id="25" creationId="{5772914C-4305-F183-71E1-640C72DA2C92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4:49:30.683" v="509" actId="20577"/>
        <pc:sldMkLst>
          <pc:docMk/>
          <pc:sldMk cId="716788897" sldId="319"/>
        </pc:sldMkLst>
        <pc:spChg chg="add mod">
          <ac:chgData name="FRANCESCO ALESSANDRO PINTO" userId="e647daa0-8c8c-43db-a63e-434c81645a35" providerId="ADAL" clId="{C0133827-E301-471F-BD46-E3439136E4CF}" dt="2025-06-10T14:49:02.910" v="497" actId="14100"/>
          <ac:spMkLst>
            <pc:docMk/>
            <pc:sldMk cId="716788897" sldId="319"/>
            <ac:spMk id="2" creationId="{74D3EBB1-D5D6-01A1-53F2-3BDD54993878}"/>
          </ac:spMkLst>
        </pc:spChg>
        <pc:spChg chg="add mod">
          <ac:chgData name="FRANCESCO ALESSANDRO PINTO" userId="e647daa0-8c8c-43db-a63e-434c81645a35" providerId="ADAL" clId="{C0133827-E301-471F-BD46-E3439136E4CF}" dt="2025-06-10T14:48:55.771" v="496" actId="1035"/>
          <ac:spMkLst>
            <pc:docMk/>
            <pc:sldMk cId="716788897" sldId="319"/>
            <ac:spMk id="3" creationId="{588430D1-235C-8C70-6AC2-E39CE9348C4D}"/>
          </ac:spMkLst>
        </pc:spChg>
        <pc:spChg chg="mod">
          <ac:chgData name="FRANCESCO ALESSANDRO PINTO" userId="e647daa0-8c8c-43db-a63e-434c81645a35" providerId="ADAL" clId="{C0133827-E301-471F-BD46-E3439136E4CF}" dt="2025-06-10T14:49:30.683" v="509" actId="20577"/>
          <ac:spMkLst>
            <pc:docMk/>
            <pc:sldMk cId="716788897" sldId="319"/>
            <ac:spMk id="9" creationId="{639F7B85-1456-C9CD-BC83-6DDC8390FAF6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1:47.403" v="791" actId="20577"/>
        <pc:sldMkLst>
          <pc:docMk/>
          <pc:sldMk cId="1356627477" sldId="320"/>
        </pc:sldMkLst>
        <pc:spChg chg="mod">
          <ac:chgData name="FRANCESCO ALESSANDRO PINTO" userId="e647daa0-8c8c-43db-a63e-434c81645a35" providerId="ADAL" clId="{C0133827-E301-471F-BD46-E3439136E4CF}" dt="2025-06-10T14:50:21.664" v="539" actId="207"/>
          <ac:spMkLst>
            <pc:docMk/>
            <pc:sldMk cId="1356627477" sldId="320"/>
            <ac:spMk id="2" creationId="{3156D550-5828-4F41-0D92-CCE4CD7A3443}"/>
          </ac:spMkLst>
        </pc:spChg>
        <pc:spChg chg="mod">
          <ac:chgData name="FRANCESCO ALESSANDRO PINTO" userId="e647daa0-8c8c-43db-a63e-434c81645a35" providerId="ADAL" clId="{C0133827-E301-471F-BD46-E3439136E4CF}" dt="2025-06-10T14:51:47.403" v="791" actId="20577"/>
          <ac:spMkLst>
            <pc:docMk/>
            <pc:sldMk cId="1356627477" sldId="320"/>
            <ac:spMk id="3" creationId="{224468DE-AD05-C81B-0165-1C56E0933FCC}"/>
          </ac:spMkLst>
        </pc:spChg>
        <pc:spChg chg="mod">
          <ac:chgData name="FRANCESCO ALESSANDRO PINTO" userId="e647daa0-8c8c-43db-a63e-434c81645a35" providerId="ADAL" clId="{C0133827-E301-471F-BD46-E3439136E4CF}" dt="2025-06-10T14:49:42.277" v="527" actId="20577"/>
          <ac:spMkLst>
            <pc:docMk/>
            <pc:sldMk cId="1356627477" sldId="320"/>
            <ac:spMk id="9" creationId="{5F94F47F-CC48-C9C2-4F17-54C646264F6A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3:01.163" v="953" actId="20577"/>
        <pc:sldMkLst>
          <pc:docMk/>
          <pc:sldMk cId="2984909221" sldId="321"/>
        </pc:sldMkLst>
        <pc:spChg chg="mod">
          <ac:chgData name="FRANCESCO ALESSANDRO PINTO" userId="e647daa0-8c8c-43db-a63e-434c81645a35" providerId="ADAL" clId="{C0133827-E301-471F-BD46-E3439136E4CF}" dt="2025-06-10T14:53:01.163" v="953" actId="20577"/>
          <ac:spMkLst>
            <pc:docMk/>
            <pc:sldMk cId="2984909221" sldId="321"/>
            <ac:spMk id="3" creationId="{32C83371-80E5-8E70-E55F-663829FF1504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5:55.996" v="1168" actId="20577"/>
        <pc:sldMkLst>
          <pc:docMk/>
          <pc:sldMk cId="3250507969" sldId="322"/>
        </pc:sldMkLst>
        <pc:spChg chg="mod">
          <ac:chgData name="FRANCESCO ALESSANDRO PINTO" userId="e647daa0-8c8c-43db-a63e-434c81645a35" providerId="ADAL" clId="{C0133827-E301-471F-BD46-E3439136E4CF}" dt="2025-06-10T14:55:43.318" v="1130" actId="14100"/>
          <ac:spMkLst>
            <pc:docMk/>
            <pc:sldMk cId="3250507969" sldId="322"/>
            <ac:spMk id="2" creationId="{59FFCCDC-E009-AAF7-EAD7-D4A3E5295EDD}"/>
          </ac:spMkLst>
        </pc:spChg>
        <pc:spChg chg="mod">
          <ac:chgData name="FRANCESCO ALESSANDRO PINTO" userId="e647daa0-8c8c-43db-a63e-434c81645a35" providerId="ADAL" clId="{C0133827-E301-471F-BD46-E3439136E4CF}" dt="2025-06-10T14:55:55.996" v="1168" actId="20577"/>
          <ac:spMkLst>
            <pc:docMk/>
            <pc:sldMk cId="3250507969" sldId="322"/>
            <ac:spMk id="3" creationId="{CC6C6057-5130-DF2C-2676-7B57B7145886}"/>
          </ac:spMkLst>
        </pc:spChg>
        <pc:spChg chg="mod">
          <ac:chgData name="FRANCESCO ALESSANDRO PINTO" userId="e647daa0-8c8c-43db-a63e-434c81645a35" providerId="ADAL" clId="{C0133827-E301-471F-BD46-E3439136E4CF}" dt="2025-06-10T14:53:22.558" v="975" actId="20577"/>
          <ac:spMkLst>
            <pc:docMk/>
            <pc:sldMk cId="3250507969" sldId="322"/>
            <ac:spMk id="9" creationId="{088D92E5-C62D-5F62-F258-56C9ACB328EE}"/>
          </ac:spMkLst>
        </pc:spChg>
      </pc:sldChg>
      <pc:sldChg chg="modSp add mod">
        <pc:chgData name="FRANCESCO ALESSANDRO PINTO" userId="e647daa0-8c8c-43db-a63e-434c81645a35" providerId="ADAL" clId="{C0133827-E301-471F-BD46-E3439136E4CF}" dt="2025-06-10T14:59:05.009" v="1321" actId="207"/>
        <pc:sldMkLst>
          <pc:docMk/>
          <pc:sldMk cId="2024422872" sldId="323"/>
        </pc:sldMkLst>
        <pc:spChg chg="mod">
          <ac:chgData name="FRANCESCO ALESSANDRO PINTO" userId="e647daa0-8c8c-43db-a63e-434c81645a35" providerId="ADAL" clId="{C0133827-E301-471F-BD46-E3439136E4CF}" dt="2025-06-10T14:59:05.009" v="1321" actId="207"/>
          <ac:spMkLst>
            <pc:docMk/>
            <pc:sldMk cId="2024422872" sldId="323"/>
            <ac:spMk id="2" creationId="{E6BEA8CF-AB55-A024-0228-16759F2AF030}"/>
          </ac:spMkLst>
        </pc:spChg>
        <pc:spChg chg="mod">
          <ac:chgData name="FRANCESCO ALESSANDRO PINTO" userId="e647daa0-8c8c-43db-a63e-434c81645a35" providerId="ADAL" clId="{C0133827-E301-471F-BD46-E3439136E4CF}" dt="2025-06-10T14:58:56.309" v="1320" actId="20577"/>
          <ac:spMkLst>
            <pc:docMk/>
            <pc:sldMk cId="2024422872" sldId="323"/>
            <ac:spMk id="3" creationId="{4F70B0D8-CCCA-C452-ADB0-A9107886EDA1}"/>
          </ac:spMkLst>
        </pc:spChg>
        <pc:spChg chg="mod">
          <ac:chgData name="FRANCESCO ALESSANDRO PINTO" userId="e647daa0-8c8c-43db-a63e-434c81645a35" providerId="ADAL" clId="{C0133827-E301-471F-BD46-E3439136E4CF}" dt="2025-06-10T14:57:13.533" v="1197" actId="20577"/>
          <ac:spMkLst>
            <pc:docMk/>
            <pc:sldMk cId="2024422872" sldId="323"/>
            <ac:spMk id="9" creationId="{09CCBB64-96BC-A12B-D268-96B4132CF352}"/>
          </ac:spMkLst>
        </pc:spChg>
      </pc:sldChg>
      <pc:sldChg chg="addSp delSp modSp add mod">
        <pc:chgData name="FRANCESCO ALESSANDRO PINTO" userId="e647daa0-8c8c-43db-a63e-434c81645a35" providerId="ADAL" clId="{C0133827-E301-471F-BD46-E3439136E4CF}" dt="2025-06-10T15:07:27.797" v="1695" actId="1076"/>
        <pc:sldMkLst>
          <pc:docMk/>
          <pc:sldMk cId="1087032816" sldId="324"/>
        </pc:sldMkLst>
        <pc:spChg chg="add mod">
          <ac:chgData name="FRANCESCO ALESSANDRO PINTO" userId="e647daa0-8c8c-43db-a63e-434c81645a35" providerId="ADAL" clId="{C0133827-E301-471F-BD46-E3439136E4CF}" dt="2025-06-10T15:07:24.756" v="1694" actId="207"/>
          <ac:spMkLst>
            <pc:docMk/>
            <pc:sldMk cId="1087032816" sldId="324"/>
            <ac:spMk id="5" creationId="{93CD8194-860D-4E3C-5008-BFAF4227DB57}"/>
          </ac:spMkLst>
        </pc:spChg>
        <pc:spChg chg="mod">
          <ac:chgData name="FRANCESCO ALESSANDRO PINTO" userId="e647daa0-8c8c-43db-a63e-434c81645a35" providerId="ADAL" clId="{C0133827-E301-471F-BD46-E3439136E4CF}" dt="2025-06-10T15:03:35.077" v="1369" actId="1076"/>
          <ac:spMkLst>
            <pc:docMk/>
            <pc:sldMk cId="1087032816" sldId="324"/>
            <ac:spMk id="9" creationId="{552AF42D-7873-5D7B-FF1C-F814AB6715B4}"/>
          </ac:spMkLst>
        </pc:spChg>
        <pc:spChg chg="mod ord">
          <ac:chgData name="FRANCESCO ALESSANDRO PINTO" userId="e647daa0-8c8c-43db-a63e-434c81645a35" providerId="ADAL" clId="{C0133827-E301-471F-BD46-E3439136E4CF}" dt="2025-06-10T15:07:04.485" v="1693" actId="1038"/>
          <ac:spMkLst>
            <pc:docMk/>
            <pc:sldMk cId="1087032816" sldId="324"/>
            <ac:spMk id="27" creationId="{B4C6BF7F-A122-5F75-860A-C5397DAD3870}"/>
          </ac:spMkLst>
        </pc:spChg>
        <pc:picChg chg="add mod">
          <ac:chgData name="FRANCESCO ALESSANDRO PINTO" userId="e647daa0-8c8c-43db-a63e-434c81645a35" providerId="ADAL" clId="{C0133827-E301-471F-BD46-E3439136E4CF}" dt="2025-06-10T15:07:27.797" v="1695" actId="1076"/>
          <ac:picMkLst>
            <pc:docMk/>
            <pc:sldMk cId="1087032816" sldId="324"/>
            <ac:picMk id="8" creationId="{B5526FD0-D266-8245-BE31-8349B79CA37F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16:22.059" v="1929" actId="14100"/>
        <pc:sldMkLst>
          <pc:docMk/>
          <pc:sldMk cId="1084951957" sldId="325"/>
        </pc:sldMkLst>
        <pc:spChg chg="add mod">
          <ac:chgData name="FRANCESCO ALESSANDRO PINTO" userId="e647daa0-8c8c-43db-a63e-434c81645a35" providerId="ADAL" clId="{C0133827-E301-471F-BD46-E3439136E4CF}" dt="2025-06-10T15:16:22.059" v="1929" actId="14100"/>
          <ac:spMkLst>
            <pc:docMk/>
            <pc:sldMk cId="1084951957" sldId="325"/>
            <ac:spMk id="5" creationId="{6E9D2FAD-1234-8560-4048-23AD02002D90}"/>
          </ac:spMkLst>
        </pc:spChg>
        <pc:spChg chg="mod">
          <ac:chgData name="FRANCESCO ALESSANDRO PINTO" userId="e647daa0-8c8c-43db-a63e-434c81645a35" providerId="ADAL" clId="{C0133827-E301-471F-BD46-E3439136E4CF}" dt="2025-06-10T15:09:54.991" v="1727" actId="20577"/>
          <ac:spMkLst>
            <pc:docMk/>
            <pc:sldMk cId="1084951957" sldId="325"/>
            <ac:spMk id="131" creationId="{6DA28496-23E9-F867-74B9-7B8EE7C066F5}"/>
          </ac:spMkLst>
        </pc:spChg>
        <pc:spChg chg="mod">
          <ac:chgData name="FRANCESCO ALESSANDRO PINTO" userId="e647daa0-8c8c-43db-a63e-434c81645a35" providerId="ADAL" clId="{C0133827-E301-471F-BD46-E3439136E4CF}" dt="2025-06-10T15:13:12.373" v="1756" actId="1076"/>
          <ac:spMkLst>
            <pc:docMk/>
            <pc:sldMk cId="1084951957" sldId="325"/>
            <ac:spMk id="139" creationId="{A2FF8C00-182D-C289-C09F-0D890E7D849C}"/>
          </ac:spMkLst>
        </pc:spChg>
        <pc:picChg chg="add mod">
          <ac:chgData name="FRANCESCO ALESSANDRO PINTO" userId="e647daa0-8c8c-43db-a63e-434c81645a35" providerId="ADAL" clId="{C0133827-E301-471F-BD46-E3439136E4CF}" dt="2025-06-10T15:15:05.409" v="1821" actId="1076"/>
          <ac:picMkLst>
            <pc:docMk/>
            <pc:sldMk cId="1084951957" sldId="325"/>
            <ac:picMk id="4" creationId="{AEFDDB49-FA28-44E3-E2B2-E2C524C1C279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18:59.340" v="2044" actId="207"/>
        <pc:sldMkLst>
          <pc:docMk/>
          <pc:sldMk cId="147955076" sldId="326"/>
        </pc:sldMkLst>
        <pc:spChg chg="mod">
          <ac:chgData name="FRANCESCO ALESSANDRO PINTO" userId="e647daa0-8c8c-43db-a63e-434c81645a35" providerId="ADAL" clId="{C0133827-E301-471F-BD46-E3439136E4CF}" dt="2025-06-10T15:17:02.603" v="1936" actId="1076"/>
          <ac:spMkLst>
            <pc:docMk/>
            <pc:sldMk cId="147955076" sldId="326"/>
            <ac:spMk id="5" creationId="{A74D0E70-7513-238C-AD2E-7C207D63C337}"/>
          </ac:spMkLst>
        </pc:spChg>
        <pc:spChg chg="add mod">
          <ac:chgData name="FRANCESCO ALESSANDRO PINTO" userId="e647daa0-8c8c-43db-a63e-434c81645a35" providerId="ADAL" clId="{C0133827-E301-471F-BD46-E3439136E4CF}" dt="2025-06-10T15:18:59.340" v="2044" actId="207"/>
          <ac:spMkLst>
            <pc:docMk/>
            <pc:sldMk cId="147955076" sldId="326"/>
            <ac:spMk id="6" creationId="{628E84AF-8E94-5DA0-E400-287E85070D7C}"/>
          </ac:spMkLst>
        </pc:spChg>
        <pc:picChg chg="add mod">
          <ac:chgData name="FRANCESCO ALESSANDRO PINTO" userId="e647daa0-8c8c-43db-a63e-434c81645a35" providerId="ADAL" clId="{C0133827-E301-471F-BD46-E3439136E4CF}" dt="2025-06-10T15:17:49.125" v="1944" actId="1076"/>
          <ac:picMkLst>
            <pc:docMk/>
            <pc:sldMk cId="147955076" sldId="326"/>
            <ac:picMk id="3" creationId="{4A899FAE-2953-0E1F-EA81-C1B7165859B5}"/>
          </ac:picMkLst>
        </pc:picChg>
        <pc:picChg chg="mod ord">
          <ac:chgData name="FRANCESCO ALESSANDRO PINTO" userId="e647daa0-8c8c-43db-a63e-434c81645a35" providerId="ADAL" clId="{C0133827-E301-471F-BD46-E3439136E4CF}" dt="2025-06-10T15:17:15.840" v="1939" actId="1076"/>
          <ac:picMkLst>
            <pc:docMk/>
            <pc:sldMk cId="147955076" sldId="326"/>
            <ac:picMk id="4" creationId="{CC423D12-423C-A2A4-259B-4390C4183266}"/>
          </ac:picMkLst>
        </pc:picChg>
      </pc:sldChg>
      <pc:sldChg chg="addSp modSp add mod">
        <pc:chgData name="FRANCESCO ALESSANDRO PINTO" userId="e647daa0-8c8c-43db-a63e-434c81645a35" providerId="ADAL" clId="{C0133827-E301-471F-BD46-E3439136E4CF}" dt="2025-06-10T15:22:14.894" v="2109" actId="207"/>
        <pc:sldMkLst>
          <pc:docMk/>
          <pc:sldMk cId="1609887923" sldId="327"/>
        </pc:sldMkLst>
        <pc:spChg chg="mod">
          <ac:chgData name="FRANCESCO ALESSANDRO PINTO" userId="e647daa0-8c8c-43db-a63e-434c81645a35" providerId="ADAL" clId="{C0133827-E301-471F-BD46-E3439136E4CF}" dt="2025-06-10T15:20:07.961" v="2056" actId="1076"/>
          <ac:spMkLst>
            <pc:docMk/>
            <pc:sldMk cId="1609887923" sldId="327"/>
            <ac:spMk id="6" creationId="{04E49CAE-947D-FE56-F81C-425AE5770598}"/>
          </ac:spMkLst>
        </pc:spChg>
        <pc:spChg chg="add mod">
          <ac:chgData name="FRANCESCO ALESSANDRO PINTO" userId="e647daa0-8c8c-43db-a63e-434c81645a35" providerId="ADAL" clId="{C0133827-E301-471F-BD46-E3439136E4CF}" dt="2025-06-10T15:22:14.894" v="2109" actId="207"/>
          <ac:spMkLst>
            <pc:docMk/>
            <pc:sldMk cId="1609887923" sldId="327"/>
            <ac:spMk id="8" creationId="{BBB8D8CF-84D8-543D-F987-8D7266BEFF37}"/>
          </ac:spMkLst>
        </pc:spChg>
        <pc:picChg chg="mod ord">
          <ac:chgData name="FRANCESCO ALESSANDRO PINTO" userId="e647daa0-8c8c-43db-a63e-434c81645a35" providerId="ADAL" clId="{C0133827-E301-471F-BD46-E3439136E4CF}" dt="2025-06-10T15:20:13.300" v="2057" actId="1076"/>
          <ac:picMkLst>
            <pc:docMk/>
            <pc:sldMk cId="1609887923" sldId="327"/>
            <ac:picMk id="3" creationId="{03916DF5-1C90-2F5C-7B7F-5912FC0D50B4}"/>
          </ac:picMkLst>
        </pc:picChg>
        <pc:picChg chg="add mod">
          <ac:chgData name="FRANCESCO ALESSANDRO PINTO" userId="e647daa0-8c8c-43db-a63e-434c81645a35" providerId="ADAL" clId="{C0133827-E301-471F-BD46-E3439136E4CF}" dt="2025-06-10T15:21:50.926" v="2108" actId="1076"/>
          <ac:picMkLst>
            <pc:docMk/>
            <pc:sldMk cId="1609887923" sldId="327"/>
            <ac:picMk id="7" creationId="{87BF1828-4AB9-1D49-F330-F61DA73E3E44}"/>
          </ac:picMkLst>
        </pc:picChg>
      </pc:sldChg>
      <pc:sldChg chg="addSp delSp modSp add mod">
        <pc:chgData name="FRANCESCO ALESSANDRO PINTO" userId="e647daa0-8c8c-43db-a63e-434c81645a35" providerId="ADAL" clId="{C0133827-E301-471F-BD46-E3439136E4CF}" dt="2025-06-10T15:35:24.058" v="2207" actId="207"/>
        <pc:sldMkLst>
          <pc:docMk/>
          <pc:sldMk cId="3719271933" sldId="328"/>
        </pc:sldMkLst>
        <pc:spChg chg="add mod">
          <ac:chgData name="FRANCESCO ALESSANDRO PINTO" userId="e647daa0-8c8c-43db-a63e-434c81645a35" providerId="ADAL" clId="{C0133827-E301-471F-BD46-E3439136E4CF}" dt="2025-06-10T15:25:56.860" v="2161" actId="1076"/>
          <ac:spMkLst>
            <pc:docMk/>
            <pc:sldMk cId="3719271933" sldId="328"/>
            <ac:spMk id="2" creationId="{F357019A-7165-6540-F774-F7A583345407}"/>
          </ac:spMkLst>
        </pc:spChg>
        <pc:spChg chg="mod">
          <ac:chgData name="FRANCESCO ALESSANDRO PINTO" userId="e647daa0-8c8c-43db-a63e-434c81645a35" providerId="ADAL" clId="{C0133827-E301-471F-BD46-E3439136E4CF}" dt="2025-06-10T15:35:24.058" v="2207" actId="207"/>
          <ac:spMkLst>
            <pc:docMk/>
            <pc:sldMk cId="3719271933" sldId="328"/>
            <ac:spMk id="5" creationId="{46CCB4B1-FEB5-8583-7106-AD30DBB6D24B}"/>
          </ac:spMkLst>
        </pc:spChg>
        <pc:spChg chg="mod">
          <ac:chgData name="FRANCESCO ALESSANDRO PINTO" userId="e647daa0-8c8c-43db-a63e-434c81645a35" providerId="ADAL" clId="{C0133827-E301-471F-BD46-E3439136E4CF}" dt="2025-06-10T15:26:07.238" v="2163" actId="1076"/>
          <ac:spMkLst>
            <pc:docMk/>
            <pc:sldMk cId="3719271933" sldId="328"/>
            <ac:spMk id="8" creationId="{D81127D1-D8CE-9954-0C21-0DEA08D4C524}"/>
          </ac:spMkLst>
        </pc:spChg>
        <pc:spChg chg="add mod">
          <ac:chgData name="FRANCESCO ALESSANDRO PINTO" userId="e647daa0-8c8c-43db-a63e-434c81645a35" providerId="ADAL" clId="{C0133827-E301-471F-BD46-E3439136E4CF}" dt="2025-06-10T15:25:58.929" v="2162" actId="1076"/>
          <ac:spMkLst>
            <pc:docMk/>
            <pc:sldMk cId="3719271933" sldId="328"/>
            <ac:spMk id="9" creationId="{2596BF3A-129B-AB5F-9CCB-CE334B442D9D}"/>
          </ac:spMkLst>
        </pc:spChg>
        <pc:spChg chg="add mod">
          <ac:chgData name="FRANCESCO ALESSANDRO PINTO" userId="e647daa0-8c8c-43db-a63e-434c81645a35" providerId="ADAL" clId="{C0133827-E301-471F-BD46-E3439136E4CF}" dt="2025-06-10T15:28:06.884" v="2185" actId="20577"/>
          <ac:spMkLst>
            <pc:docMk/>
            <pc:sldMk cId="3719271933" sldId="328"/>
            <ac:spMk id="20" creationId="{6DC9BF78-745C-D9BF-FAD6-5C79DABFECBC}"/>
          </ac:spMkLst>
        </pc:spChg>
        <pc:spChg chg="add mod">
          <ac:chgData name="FRANCESCO ALESSANDRO PINTO" userId="e647daa0-8c8c-43db-a63e-434c81645a35" providerId="ADAL" clId="{C0133827-E301-471F-BD46-E3439136E4CF}" dt="2025-06-10T15:28:16.843" v="2187" actId="1076"/>
          <ac:spMkLst>
            <pc:docMk/>
            <pc:sldMk cId="3719271933" sldId="328"/>
            <ac:spMk id="21" creationId="{8B245CCC-8F57-78B8-413D-945D48FF4FDB}"/>
          </ac:spMkLst>
        </pc:spChg>
        <pc:spChg chg="add mod">
          <ac:chgData name="FRANCESCO ALESSANDRO PINTO" userId="e647daa0-8c8c-43db-a63e-434c81645a35" providerId="ADAL" clId="{C0133827-E301-471F-BD46-E3439136E4CF}" dt="2025-06-10T15:28:28.999" v="2195" actId="20577"/>
          <ac:spMkLst>
            <pc:docMk/>
            <pc:sldMk cId="3719271933" sldId="328"/>
            <ac:spMk id="22" creationId="{CB6F45EA-041B-3F61-1F2F-DB9FE3DFF377}"/>
          </ac:spMkLst>
        </pc:spChg>
        <pc:spChg chg="add mod">
          <ac:chgData name="FRANCESCO ALESSANDRO PINTO" userId="e647daa0-8c8c-43db-a63e-434c81645a35" providerId="ADAL" clId="{C0133827-E301-471F-BD46-E3439136E4CF}" dt="2025-06-10T15:28:42.313" v="2197" actId="1076"/>
          <ac:spMkLst>
            <pc:docMk/>
            <pc:sldMk cId="3719271933" sldId="328"/>
            <ac:spMk id="23" creationId="{61178E54-F4FB-4925-BF0D-192CFFC7B38A}"/>
          </ac:spMkLst>
        </pc:spChg>
        <pc:picChg chg="mod ord">
          <ac:chgData name="FRANCESCO ALESSANDRO PINTO" userId="e647daa0-8c8c-43db-a63e-434c81645a35" providerId="ADAL" clId="{C0133827-E301-471F-BD46-E3439136E4CF}" dt="2025-06-10T15:27:21.846" v="2174" actId="14100"/>
          <ac:picMkLst>
            <pc:docMk/>
            <pc:sldMk cId="3719271933" sldId="328"/>
            <ac:picMk id="7" creationId="{8787577A-E4FB-3250-7DE2-25C31B23F675}"/>
          </ac:picMkLst>
        </pc:picChg>
        <pc:cxnChg chg="add mod">
          <ac:chgData name="FRANCESCO ALESSANDRO PINTO" userId="e647daa0-8c8c-43db-a63e-434c81645a35" providerId="ADAL" clId="{C0133827-E301-471F-BD46-E3439136E4CF}" dt="2025-06-10T15:26:24.144" v="2166" actId="13822"/>
          <ac:cxnSpMkLst>
            <pc:docMk/>
            <pc:sldMk cId="3719271933" sldId="328"/>
            <ac:cxnSpMk id="11" creationId="{7D530E52-81EF-A743-A743-D38925BA1436}"/>
          </ac:cxnSpMkLst>
        </pc:cxnChg>
        <pc:cxnChg chg="add mod">
          <ac:chgData name="FRANCESCO ALESSANDRO PINTO" userId="e647daa0-8c8c-43db-a63e-434c81645a35" providerId="ADAL" clId="{C0133827-E301-471F-BD46-E3439136E4CF}" dt="2025-06-10T15:27:01.479" v="2171" actId="13822"/>
          <ac:cxnSpMkLst>
            <pc:docMk/>
            <pc:sldMk cId="3719271933" sldId="328"/>
            <ac:cxnSpMk id="15" creationId="{04AB8DDD-FA2E-8218-D105-4D727551CFFE}"/>
          </ac:cxnSpMkLst>
        </pc:cxnChg>
        <pc:cxnChg chg="add mod">
          <ac:chgData name="FRANCESCO ALESSANDRO PINTO" userId="e647daa0-8c8c-43db-a63e-434c81645a35" providerId="ADAL" clId="{C0133827-E301-471F-BD46-E3439136E4CF}" dt="2025-06-10T15:27:12.330" v="2173" actId="13822"/>
          <ac:cxnSpMkLst>
            <pc:docMk/>
            <pc:sldMk cId="3719271933" sldId="328"/>
            <ac:cxnSpMk id="17" creationId="{F8741221-0068-7AB9-6282-0121627B7350}"/>
          </ac:cxnSpMkLst>
        </pc:cxnChg>
        <pc:cxnChg chg="add mod">
          <ac:chgData name="FRANCESCO ALESSANDRO PINTO" userId="e647daa0-8c8c-43db-a63e-434c81645a35" providerId="ADAL" clId="{C0133827-E301-471F-BD46-E3439136E4CF}" dt="2025-06-10T15:27:44.883" v="2176" actId="13822"/>
          <ac:cxnSpMkLst>
            <pc:docMk/>
            <pc:sldMk cId="3719271933" sldId="328"/>
            <ac:cxnSpMk id="19" creationId="{199AB9B3-2630-82C0-3DBB-F8746EE33FCF}"/>
          </ac:cxnSpMkLst>
        </pc:cxnChg>
      </pc:sldChg>
      <pc:sldChg chg="addSp delSp modSp add mod">
        <pc:chgData name="FRANCESCO ALESSANDRO PINTO" userId="e647daa0-8c8c-43db-a63e-434c81645a35" providerId="ADAL" clId="{C0133827-E301-471F-BD46-E3439136E4CF}" dt="2025-06-10T15:43:51.259" v="2438" actId="113"/>
        <pc:sldMkLst>
          <pc:docMk/>
          <pc:sldMk cId="1117809272" sldId="329"/>
        </pc:sldMkLst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3" creationId="{F9C85F79-AC60-D1F6-5747-AF9355DBD77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6" creationId="{DF9808D8-77E3-FDFF-B8F7-2FB1F1D202D1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18" creationId="{0794D302-7522-D359-CC23-F76593B33284}"/>
          </ac:spMkLst>
        </pc:spChg>
        <pc:spChg chg="add mod">
          <ac:chgData name="FRANCESCO ALESSANDRO PINTO" userId="e647daa0-8c8c-43db-a63e-434c81645a35" providerId="ADAL" clId="{C0133827-E301-471F-BD46-E3439136E4CF}" dt="2025-06-10T15:43:39.621" v="2436" actId="1035"/>
          <ac:spMkLst>
            <pc:docMk/>
            <pc:sldMk cId="1117809272" sldId="329"/>
            <ac:spMk id="24" creationId="{63823307-66F3-9820-7F76-86BB65E59BD1}"/>
          </ac:spMkLst>
        </pc:spChg>
        <pc:spChg chg="add mod">
          <ac:chgData name="FRANCESCO ALESSANDRO PINTO" userId="e647daa0-8c8c-43db-a63e-434c81645a35" providerId="ADAL" clId="{C0133827-E301-471F-BD46-E3439136E4CF}" dt="2025-06-10T15:43:46.407" v="2437" actId="1076"/>
          <ac:spMkLst>
            <pc:docMk/>
            <pc:sldMk cId="1117809272" sldId="329"/>
            <ac:spMk id="25" creationId="{3A26001F-00F8-CBD2-ABE3-525052CD7CEA}"/>
          </ac:spMkLst>
        </pc:spChg>
        <pc:spChg chg="mod">
          <ac:chgData name="FRANCESCO ALESSANDRO PINTO" userId="e647daa0-8c8c-43db-a63e-434c81645a35" providerId="ADAL" clId="{C0133827-E301-471F-BD46-E3439136E4CF}" dt="2025-06-10T15:43:51.259" v="2438" actId="113"/>
          <ac:spMkLst>
            <pc:docMk/>
            <pc:sldMk cId="1117809272" sldId="329"/>
            <ac:spMk id="139" creationId="{25296091-5E4F-125B-243D-4BA39B771DD6}"/>
          </ac:spMkLst>
        </pc:sp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2" creationId="{9C550538-4DFD-5BCD-7007-1B40E2C9E919}"/>
          </ac:picMkLst>
        </pc:picChg>
        <pc:picChg chg="add mod">
          <ac:chgData name="FRANCESCO ALESSANDRO PINTO" userId="e647daa0-8c8c-43db-a63e-434c81645a35" providerId="ADAL" clId="{C0133827-E301-471F-BD46-E3439136E4CF}" dt="2025-06-10T15:43:39.621" v="2436" actId="1035"/>
          <ac:picMkLst>
            <pc:docMk/>
            <pc:sldMk cId="1117809272" sldId="329"/>
            <ac:picMk id="14" creationId="{B6604788-A78A-161E-CC72-0D7F4EDD6BF4}"/>
          </ac:picMkLst>
        </pc:picChg>
        <pc:picChg chg="add mod">
          <ac:chgData name="FRANCESCO ALESSANDRO PINTO" userId="e647daa0-8c8c-43db-a63e-434c81645a35" providerId="ADAL" clId="{C0133827-E301-471F-BD46-E3439136E4CF}" dt="2025-06-10T15:41:51.747" v="2327" actId="1076"/>
          <ac:picMkLst>
            <pc:docMk/>
            <pc:sldMk cId="1117809272" sldId="329"/>
            <ac:picMk id="1026" creationId="{09A3BFB0-3E7B-3203-AEDF-F9A13BA94AC8}"/>
          </ac:picMkLst>
        </pc:picChg>
        <pc:picChg chg="add mod">
          <ac:chgData name="FRANCESCO ALESSANDRO PINTO" userId="e647daa0-8c8c-43db-a63e-434c81645a35" providerId="ADAL" clId="{C0133827-E301-471F-BD46-E3439136E4CF}" dt="2025-06-10T15:42:16.794" v="2334" actId="1076"/>
          <ac:picMkLst>
            <pc:docMk/>
            <pc:sldMk cId="1117809272" sldId="329"/>
            <ac:picMk id="1028" creationId="{DF31922D-CD52-F1FB-09DB-A8CC505BD226}"/>
          </ac:picMkLst>
        </pc:picChg>
      </pc:sldChg>
      <pc:sldChg chg="modSp mod">
        <pc:chgData name="FRANCESCO ALESSANDRO PINTO" userId="e647daa0-8c8c-43db-a63e-434c81645a35" providerId="ADAL" clId="{C0133827-E301-471F-BD46-E3439136E4CF}" dt="2025-06-11T16:03:03.354" v="3251" actId="20577"/>
        <pc:sldMkLst>
          <pc:docMk/>
          <pc:sldMk cId="3880054053" sldId="349"/>
        </pc:sldMkLst>
        <pc:spChg chg="mod">
          <ac:chgData name="FRANCESCO ALESSANDRO PINTO" userId="e647daa0-8c8c-43db-a63e-434c81645a35" providerId="ADAL" clId="{C0133827-E301-471F-BD46-E3439136E4CF}" dt="2025-06-11T16:03:03.354" v="3251" actId="20577"/>
          <ac:spMkLst>
            <pc:docMk/>
            <pc:sldMk cId="3880054053" sldId="349"/>
            <ac:spMk id="131" creationId="{0F481BB1-22EA-D787-B3AF-8B88C8EDA847}"/>
          </ac:spMkLst>
        </pc:spChg>
        <pc:spChg chg="mod">
          <ac:chgData name="FRANCESCO ALESSANDRO PINTO" userId="e647daa0-8c8c-43db-a63e-434c81645a35" providerId="ADAL" clId="{C0133827-E301-471F-BD46-E3439136E4CF}" dt="2025-06-11T15:56:54.319" v="2842" actId="1076"/>
          <ac:spMkLst>
            <pc:docMk/>
            <pc:sldMk cId="3880054053" sldId="349"/>
            <ac:spMk id="138" creationId="{E560A060-7C39-561D-955F-9C5DC6DBC898}"/>
          </ac:spMkLst>
        </pc:spChg>
        <pc:spChg chg="mod">
          <ac:chgData name="FRANCESCO ALESSANDRO PINTO" userId="e647daa0-8c8c-43db-a63e-434c81645a35" providerId="ADAL" clId="{C0133827-E301-471F-BD46-E3439136E4CF}" dt="2025-06-11T15:54:20.983" v="2686" actId="20577"/>
          <ac:spMkLst>
            <pc:docMk/>
            <pc:sldMk cId="3880054053" sldId="349"/>
            <ac:spMk id="139" creationId="{EAFF6E7A-036F-C8F1-FFC2-FE2319A895E5}"/>
          </ac:spMkLst>
        </pc:spChg>
        <pc:picChg chg="mod">
          <ac:chgData name="FRANCESCO ALESSANDRO PINTO" userId="e647daa0-8c8c-43db-a63e-434c81645a35" providerId="ADAL" clId="{C0133827-E301-471F-BD46-E3439136E4CF}" dt="2025-06-11T15:56:05.326" v="2773" actId="14100"/>
          <ac:picMkLst>
            <pc:docMk/>
            <pc:sldMk cId="3880054053" sldId="349"/>
            <ac:picMk id="137" creationId="{F0779040-7E3E-18C8-3943-586C4FD17844}"/>
          </ac:picMkLst>
        </pc:picChg>
      </pc:sldChg>
    </pc:docChg>
  </pc:docChgLst>
  <pc:docChgLst>
    <pc:chgData name="FRANCESCO ALESSANDRO PINTO" userId="e647daa0-8c8c-43db-a63e-434c81645a35" providerId="ADAL" clId="{94515437-04C1-40B4-975D-6F935D79E21F}"/>
    <pc:docChg chg="undo redo custSel addSld delSld modSld sldOrd">
      <pc:chgData name="FRANCESCO ALESSANDRO PINTO" userId="e647daa0-8c8c-43db-a63e-434c81645a35" providerId="ADAL" clId="{94515437-04C1-40B4-975D-6F935D79E21F}" dt="2025-05-26T15:00:12.705" v="8759" actId="1076"/>
      <pc:docMkLst>
        <pc:docMk/>
      </pc:docMkLst>
      <pc:sldChg chg="modSp add mod">
        <pc:chgData name="FRANCESCO ALESSANDRO PINTO" userId="e647daa0-8c8c-43db-a63e-434c81645a35" providerId="ADAL" clId="{94515437-04C1-40B4-975D-6F935D79E21F}" dt="2025-05-22T08:28:18.881" v="5" actId="20577"/>
        <pc:sldMkLst>
          <pc:docMk/>
          <pc:sldMk cId="795230077" sldId="265"/>
        </pc:sldMkLst>
      </pc:sldChg>
      <pc:sldChg chg="modSp mod">
        <pc:chgData name="FRANCESCO ALESSANDRO PINTO" userId="e647daa0-8c8c-43db-a63e-434c81645a35" providerId="ADAL" clId="{94515437-04C1-40B4-975D-6F935D79E21F}" dt="2025-05-26T13:32:07.318" v="6342" actId="1582"/>
        <pc:sldMkLst>
          <pc:docMk/>
          <pc:sldMk cId="3138881552" sldId="271"/>
        </pc:sldMkLst>
      </pc:sldChg>
      <pc:sldChg chg="addSp delSp modSp add mod">
        <pc:chgData name="FRANCESCO ALESSANDRO PINTO" userId="e647daa0-8c8c-43db-a63e-434c81645a35" providerId="ADAL" clId="{94515437-04C1-40B4-975D-6F935D79E21F}" dt="2025-05-22T16:33:04.494" v="911" actId="1582"/>
        <pc:sldMkLst>
          <pc:docMk/>
          <pc:sldMk cId="1909470193" sldId="273"/>
        </pc:sldMkLst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0" creationId="{6A0BDDE3-6D1E-F51A-F922-01330094BD57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1" creationId="{D953A29A-7767-6D75-8AE7-64DE57AA6521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2" creationId="{826688B3-F6FF-F596-E829-67750185F7EF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4" creationId="{4A2C4131-5EC2-AF2E-967E-67EDEDFEED29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27" creationId="{6AFDDC03-868B-E091-DAC0-448E39EB1353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0" creationId="{B6FDEF39-D68D-6668-ADE3-61B466188216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1" creationId="{B801F04E-B444-AE01-AC5C-A2D39321D45C}"/>
          </ac:spMkLst>
        </pc:spChg>
        <pc:spChg chg="add mod">
          <ac:chgData name="FRANCESCO ALESSANDRO PINTO" userId="e647daa0-8c8c-43db-a63e-434c81645a35" providerId="ADAL" clId="{94515437-04C1-40B4-975D-6F935D79E21F}" dt="2025-05-22T16:04:16.849" v="609" actId="1076"/>
          <ac:spMkLst>
            <pc:docMk/>
            <pc:sldMk cId="1909470193" sldId="273"/>
            <ac:spMk id="38" creationId="{5A206392-DE26-4DD3-1820-04A0C7E4BBF9}"/>
          </ac:spMkLst>
        </pc:spChg>
        <pc:spChg chg="add mod">
          <ac:chgData name="FRANCESCO ALESSANDRO PINTO" userId="e647daa0-8c8c-43db-a63e-434c81645a35" providerId="ADAL" clId="{94515437-04C1-40B4-975D-6F935D79E21F}" dt="2025-05-22T16:33:04.494" v="911" actId="1582"/>
          <ac:spMkLst>
            <pc:docMk/>
            <pc:sldMk cId="1909470193" sldId="273"/>
            <ac:spMk id="40" creationId="{C7AFD6F8-B99F-8572-A9B8-EC18ED2D51C2}"/>
          </ac:spMkLst>
        </pc:spChg>
        <pc:spChg chg="add mod">
          <ac:chgData name="FRANCESCO ALESSANDRO PINTO" userId="e647daa0-8c8c-43db-a63e-434c81645a35" providerId="ADAL" clId="{94515437-04C1-40B4-975D-6F935D79E21F}" dt="2025-05-22T16:32:59.348" v="910" actId="1582"/>
          <ac:spMkLst>
            <pc:docMk/>
            <pc:sldMk cId="1909470193" sldId="273"/>
            <ac:spMk id="41" creationId="{66DFEB14-45B5-5E70-0602-AFD9F40C5A8D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3" creationId="{13F8F1AE-E37C-E919-061B-F4C71C4B4FA9}"/>
          </ac:spMkLst>
        </pc:spChg>
        <pc:spChg chg="add mod">
          <ac:chgData name="FRANCESCO ALESSANDRO PINTO" userId="e647daa0-8c8c-43db-a63e-434c81645a35" providerId="ADAL" clId="{94515437-04C1-40B4-975D-6F935D79E21F}" dt="2025-05-22T16:15:17.529" v="907" actId="1037"/>
          <ac:spMkLst>
            <pc:docMk/>
            <pc:sldMk cId="1909470193" sldId="273"/>
            <ac:spMk id="45" creationId="{B6FBCE2D-C2F4-EEFC-B01A-F0A12DAAB31F}"/>
          </ac:spMkLst>
        </pc:spChg>
        <pc:spChg chg="mod">
          <ac:chgData name="FRANCESCO ALESSANDRO PINTO" userId="e647daa0-8c8c-43db-a63e-434c81645a35" providerId="ADAL" clId="{94515437-04C1-40B4-975D-6F935D79E21F}" dt="2025-05-22T15:30:46.634" v="31" actId="20577"/>
          <ac:spMkLst>
            <pc:docMk/>
            <pc:sldMk cId="1909470193" sldId="273"/>
            <ac:spMk id="219" creationId="{172760FC-252D-87CE-4D9C-E5BBD6C21599}"/>
          </ac:spMkLst>
        </pc:spChg>
        <pc:spChg chg="mod">
          <ac:chgData name="FRANCESCO ALESSANDRO PINTO" userId="e647daa0-8c8c-43db-a63e-434c81645a35" providerId="ADAL" clId="{94515437-04C1-40B4-975D-6F935D79E21F}" dt="2025-05-22T15:31:04.073" v="65" actId="20577"/>
          <ac:spMkLst>
            <pc:docMk/>
            <pc:sldMk cId="1909470193" sldId="273"/>
            <ac:spMk id="225" creationId="{5A0E38C5-5902-BDFA-55B1-E9E5EE256A62}"/>
          </ac:spMkLst>
        </pc:spChg>
        <pc:picChg chg="add mod">
          <ac:chgData name="FRANCESCO ALESSANDRO PINTO" userId="e647daa0-8c8c-43db-a63e-434c81645a35" providerId="ADAL" clId="{94515437-04C1-40B4-975D-6F935D79E21F}" dt="2025-05-22T15:55:05.920" v="550" actId="1076"/>
          <ac:picMkLst>
            <pc:docMk/>
            <pc:sldMk cId="1909470193" sldId="273"/>
            <ac:picMk id="3" creationId="{878B28A6-46DC-ED08-5D0F-7AEF2EE850A6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5" creationId="{DF446E77-5DBA-71E5-56EB-DEC826993FB5}"/>
          </ac:picMkLst>
        </pc:picChg>
        <pc:picChg chg="add mod">
          <ac:chgData name="FRANCESCO ALESSANDRO PINTO" userId="e647daa0-8c8c-43db-a63e-434c81645a35" providerId="ADAL" clId="{94515437-04C1-40B4-975D-6F935D79E21F}" dt="2025-05-22T15:54:22.754" v="544" actId="1076"/>
          <ac:picMkLst>
            <pc:docMk/>
            <pc:sldMk cId="1909470193" sldId="273"/>
            <ac:picMk id="16" creationId="{01933C3D-D6FC-B095-7FBB-6B35C31A417E}"/>
          </ac:picMkLst>
        </pc:picChg>
        <pc:picChg chg="add mod">
          <ac:chgData name="FRANCESCO ALESSANDRO PINTO" userId="e647daa0-8c8c-43db-a63e-434c81645a35" providerId="ADAL" clId="{94515437-04C1-40B4-975D-6F935D79E21F}" dt="2025-05-22T15:49:14.498" v="158" actId="1076"/>
          <ac:picMkLst>
            <pc:docMk/>
            <pc:sldMk cId="1909470193" sldId="273"/>
            <ac:picMk id="17" creationId="{2124C703-A713-43A2-A3AF-C1D60061B165}"/>
          </ac:picMkLst>
        </pc:picChg>
        <pc:picChg chg="add mod">
          <ac:chgData name="FRANCESCO ALESSANDRO PINTO" userId="e647daa0-8c8c-43db-a63e-434c81645a35" providerId="ADAL" clId="{94515437-04C1-40B4-975D-6F935D79E21F}" dt="2025-05-22T15:50:38.024" v="181" actId="1076"/>
          <ac:picMkLst>
            <pc:docMk/>
            <pc:sldMk cId="1909470193" sldId="273"/>
            <ac:picMk id="23" creationId="{A6C4F3FF-44BF-B305-50E4-77847527DA15}"/>
          </ac:picMkLst>
        </pc:picChg>
        <pc:picChg chg="add mod">
          <ac:chgData name="FRANCESCO ALESSANDRO PINTO" userId="e647daa0-8c8c-43db-a63e-434c81645a35" providerId="ADAL" clId="{94515437-04C1-40B4-975D-6F935D79E21F}" dt="2025-05-22T16:04:16.849" v="609" actId="1076"/>
          <ac:picMkLst>
            <pc:docMk/>
            <pc:sldMk cId="1909470193" sldId="273"/>
            <ac:picMk id="28" creationId="{61DD1EB8-6BE0-8BD1-C1DF-51711C190763}"/>
          </ac:picMkLst>
        </pc:picChg>
        <pc:picChg chg="add mod">
          <ac:chgData name="FRANCESCO ALESSANDRO PINTO" userId="e647daa0-8c8c-43db-a63e-434c81645a35" providerId="ADAL" clId="{94515437-04C1-40B4-975D-6F935D79E21F}" dt="2025-05-22T16:02:14.399" v="601" actId="1076"/>
          <ac:picMkLst>
            <pc:docMk/>
            <pc:sldMk cId="1909470193" sldId="273"/>
            <ac:picMk id="39" creationId="{0FE9F0A2-5760-3036-7C25-82BA0361B780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2" creationId="{ABA0865C-7D25-10B8-3DBF-46B20E9F1F2E}"/>
          </ac:picMkLst>
        </pc:picChg>
        <pc:picChg chg="add mod">
          <ac:chgData name="FRANCESCO ALESSANDRO PINTO" userId="e647daa0-8c8c-43db-a63e-434c81645a35" providerId="ADAL" clId="{94515437-04C1-40B4-975D-6F935D79E21F}" dt="2025-05-22T16:15:17.529" v="907" actId="1037"/>
          <ac:picMkLst>
            <pc:docMk/>
            <pc:sldMk cId="1909470193" sldId="273"/>
            <ac:picMk id="44" creationId="{42E1CEBB-7DA6-B7DF-178D-57AD2777A881}"/>
          </ac:picMkLst>
        </pc:picChg>
        <pc:picChg chg="add mod">
          <ac:chgData name="FRANCESCO ALESSANDRO PINTO" userId="e647daa0-8c8c-43db-a63e-434c81645a35" providerId="ADAL" clId="{94515437-04C1-40B4-975D-6F935D79E21F}" dt="2025-05-22T16:02:03.644" v="598" actId="1076"/>
          <ac:picMkLst>
            <pc:docMk/>
            <pc:sldMk cId="1909470193" sldId="273"/>
            <ac:picMk id="1036" creationId="{963E16CC-B148-BC81-5241-3871C9FCD6B1}"/>
          </ac:picMkLst>
        </pc:picChg>
        <pc:picChg chg="add mod">
          <ac:chgData name="FRANCESCO ALESSANDRO PINTO" userId="e647daa0-8c8c-43db-a63e-434c81645a35" providerId="ADAL" clId="{94515437-04C1-40B4-975D-6F935D79E21F}" dt="2025-05-22T16:03:34.366" v="608" actId="1076"/>
          <ac:picMkLst>
            <pc:docMk/>
            <pc:sldMk cId="1909470193" sldId="273"/>
            <ac:picMk id="1038" creationId="{F29F9EB5-13F7-2C1A-63BE-48EE0F7B9870}"/>
          </ac:picMkLst>
        </pc:picChg>
        <pc:cxnChg chg="add mod">
          <ac:chgData name="FRANCESCO ALESSANDRO PINTO" userId="e647daa0-8c8c-43db-a63e-434c81645a35" providerId="ADAL" clId="{94515437-04C1-40B4-975D-6F935D79E21F}" dt="2025-05-22T15:57:42.893" v="572" actId="693"/>
          <ac:cxnSpMkLst>
            <pc:docMk/>
            <pc:sldMk cId="1909470193" sldId="273"/>
            <ac:cxnSpMk id="36" creationId="{F6B18460-71FC-E3B3-31FA-250BBAF1EAA5}"/>
          </ac:cxnSpMkLst>
        </pc:cxnChg>
      </pc:sldChg>
      <pc:sldChg chg="addSp delSp modSp add mod">
        <pc:chgData name="FRANCESCO ALESSANDRO PINTO" userId="e647daa0-8c8c-43db-a63e-434c81645a35" providerId="ADAL" clId="{94515437-04C1-40B4-975D-6F935D79E21F}" dt="2025-05-26T14:01:14.750" v="7382" actId="962"/>
        <pc:sldMkLst>
          <pc:docMk/>
          <pc:sldMk cId="1831875767" sldId="274"/>
        </pc:sldMkLst>
        <pc:spChg chg="add mod">
          <ac:chgData name="FRANCESCO ALESSANDRO PINTO" userId="e647daa0-8c8c-43db-a63e-434c81645a35" providerId="ADAL" clId="{94515437-04C1-40B4-975D-6F935D79E21F}" dt="2025-05-26T13:39:00.128" v="6619" actId="1582"/>
          <ac:spMkLst>
            <pc:docMk/>
            <pc:sldMk cId="1831875767" sldId="274"/>
            <ac:spMk id="4" creationId="{3E834A39-6E3B-484A-A46D-B2B6A125A686}"/>
          </ac:spMkLst>
        </pc:spChg>
        <pc:spChg chg="add mod">
          <ac:chgData name="FRANCESCO ALESSANDRO PINTO" userId="e647daa0-8c8c-43db-a63e-434c81645a35" providerId="ADAL" clId="{94515437-04C1-40B4-975D-6F935D79E21F}" dt="2025-05-22T16:11:31.675" v="715" actId="404"/>
          <ac:spMkLst>
            <pc:docMk/>
            <pc:sldMk cId="1831875767" sldId="274"/>
            <ac:spMk id="7" creationId="{740565C9-74B0-2C4D-8FA9-4294D56C2467}"/>
          </ac:spMkLst>
        </pc:spChg>
        <pc:spChg chg="add mod ord">
          <ac:chgData name="FRANCESCO ALESSANDRO PINTO" userId="e647daa0-8c8c-43db-a63e-434c81645a35" providerId="ADAL" clId="{94515437-04C1-40B4-975D-6F935D79E21F}" dt="2025-05-26T13:38:52.106" v="6618" actId="1582"/>
          <ac:spMkLst>
            <pc:docMk/>
            <pc:sldMk cId="1831875767" sldId="274"/>
            <ac:spMk id="8" creationId="{BF56FC6E-0241-0495-1DC0-867225D6D9E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0" creationId="{030F13F2-7F4E-094A-6201-F35D09EBD432}"/>
          </ac:spMkLst>
        </pc:spChg>
        <pc:spChg chg="add mod">
          <ac:chgData name="FRANCESCO ALESSANDRO PINTO" userId="e647daa0-8c8c-43db-a63e-434c81645a35" providerId="ADAL" clId="{94515437-04C1-40B4-975D-6F935D79E21F}" dt="2025-05-26T14:00:17.025" v="7379" actId="962"/>
          <ac:spMkLst>
            <pc:docMk/>
            <pc:sldMk cId="1831875767" sldId="274"/>
            <ac:spMk id="11" creationId="{46639439-8B9C-5450-1A7B-24BA6173BADE}"/>
          </ac:spMkLst>
        </pc:spChg>
        <pc:spChg chg="add mod">
          <ac:chgData name="FRANCESCO ALESSANDRO PINTO" userId="e647daa0-8c8c-43db-a63e-434c81645a35" providerId="ADAL" clId="{94515437-04C1-40B4-975D-6F935D79E21F}" dt="2025-05-22T16:14:48.475" v="823" actId="20577"/>
          <ac:spMkLst>
            <pc:docMk/>
            <pc:sldMk cId="1831875767" sldId="274"/>
            <ac:spMk id="12" creationId="{9DC14F34-71D5-685E-D231-49EBA281A82D}"/>
          </ac:spMkLst>
        </pc:spChg>
        <pc:spChg chg="add mod">
          <ac:chgData name="FRANCESCO ALESSANDRO PINTO" userId="e647daa0-8c8c-43db-a63e-434c81645a35" providerId="ADAL" clId="{94515437-04C1-40B4-975D-6F935D79E21F}" dt="2025-05-26T13:59:45.778" v="7376" actId="962"/>
          <ac:spMkLst>
            <pc:docMk/>
            <pc:sldMk cId="1831875767" sldId="274"/>
            <ac:spMk id="13" creationId="{1DDB1C6B-C12B-D0DF-4FE5-6A20471A2CEC}"/>
          </ac:spMkLst>
        </pc:spChg>
        <pc:spChg chg="add mod">
          <ac:chgData name="FRANCESCO ALESSANDRO PINTO" userId="e647daa0-8c8c-43db-a63e-434c81645a35" providerId="ADAL" clId="{94515437-04C1-40B4-975D-6F935D79E21F}" dt="2025-05-26T14:00:09.726" v="7378" actId="962"/>
          <ac:spMkLst>
            <pc:docMk/>
            <pc:sldMk cId="1831875767" sldId="274"/>
            <ac:spMk id="14" creationId="{F58FD2E8-0404-1C61-A9A7-E5B42D2883E8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5" creationId="{81E2B805-91A1-E22B-4BAE-2A3BB1AC04F2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7" creationId="{E968D391-7CAD-450E-8AB2-A8769EDFCEFF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8" creationId="{034D1E23-08C1-84FD-57B7-55518ACB03A7}"/>
          </ac:spMkLst>
        </pc:spChg>
        <pc:spChg chg="add mod">
          <ac:chgData name="FRANCESCO ALESSANDRO PINTO" userId="e647daa0-8c8c-43db-a63e-434c81645a35" providerId="ADAL" clId="{94515437-04C1-40B4-975D-6F935D79E21F}" dt="2025-05-26T13:41:06.968" v="6911" actId="1038"/>
          <ac:spMkLst>
            <pc:docMk/>
            <pc:sldMk cId="1831875767" sldId="274"/>
            <ac:spMk id="19" creationId="{760D598F-A676-B0C0-EBE9-5F513B51919A}"/>
          </ac:spMkLst>
        </pc:spChg>
        <pc:spChg chg="mod">
          <ac:chgData name="FRANCESCO ALESSANDRO PINTO" userId="e647daa0-8c8c-43db-a63e-434c81645a35" providerId="ADAL" clId="{94515437-04C1-40B4-975D-6F935D79E21F}" dt="2025-05-22T16:06:58.597" v="626" actId="1076"/>
          <ac:spMkLst>
            <pc:docMk/>
            <pc:sldMk cId="1831875767" sldId="274"/>
            <ac:spMk id="24" creationId="{17A0DA0D-2E26-C037-7D99-9258F43D8ADC}"/>
          </ac:spMkLst>
        </pc:spChg>
        <pc:spChg chg="mod">
          <ac:chgData name="FRANCESCO ALESSANDRO PINTO" userId="e647daa0-8c8c-43db-a63e-434c81645a35" providerId="ADAL" clId="{94515437-04C1-40B4-975D-6F935D79E21F}" dt="2025-05-22T16:07:02.196" v="627" actId="1076"/>
          <ac:spMkLst>
            <pc:docMk/>
            <pc:sldMk cId="1831875767" sldId="274"/>
            <ac:spMk id="27" creationId="{1565B848-6478-37D2-371D-AB80B5AAD626}"/>
          </ac:spMkLst>
        </pc:spChg>
        <pc:spChg chg="mod">
          <ac:chgData name="FRANCESCO ALESSANDRO PINTO" userId="e647daa0-8c8c-43db-a63e-434c81645a35" providerId="ADAL" clId="{94515437-04C1-40B4-975D-6F935D79E21F}" dt="2025-05-22T16:07:17.427" v="633" actId="1076"/>
          <ac:spMkLst>
            <pc:docMk/>
            <pc:sldMk cId="1831875767" sldId="274"/>
            <ac:spMk id="30" creationId="{B30AA907-D87F-01A0-01B4-6BD985A93FA8}"/>
          </ac:spMkLst>
        </pc:spChg>
        <pc:spChg chg="mod">
          <ac:chgData name="FRANCESCO ALESSANDRO PINTO" userId="e647daa0-8c8c-43db-a63e-434c81645a35" providerId="ADAL" clId="{94515437-04C1-40B4-975D-6F935D79E21F}" dt="2025-05-22T16:07:48.227" v="641" actId="1076"/>
          <ac:spMkLst>
            <pc:docMk/>
            <pc:sldMk cId="1831875767" sldId="274"/>
            <ac:spMk id="38" creationId="{F2AA33EE-6106-8023-9522-0A89297D4750}"/>
          </ac:spMkLst>
        </pc:spChg>
        <pc:picChg chg="mod">
          <ac:chgData name="FRANCESCO ALESSANDRO PINTO" userId="e647daa0-8c8c-43db-a63e-434c81645a35" providerId="ADAL" clId="{94515437-04C1-40B4-975D-6F935D79E21F}" dt="2025-05-22T16:07:38.090" v="639" actId="1076"/>
          <ac:picMkLst>
            <pc:docMk/>
            <pc:sldMk cId="1831875767" sldId="274"/>
            <ac:picMk id="3" creationId="{5A382F80-96CD-F9FA-6E3B-D64C626B09A4}"/>
          </ac:picMkLst>
        </pc:picChg>
        <pc:picChg chg="mod">
          <ac:chgData name="FRANCESCO ALESSANDRO PINTO" userId="e647daa0-8c8c-43db-a63e-434c81645a35" providerId="ADAL" clId="{94515437-04C1-40B4-975D-6F935D79E21F}" dt="2025-05-22T16:06:55.947" v="625" actId="1076"/>
          <ac:picMkLst>
            <pc:docMk/>
            <pc:sldMk cId="1831875767" sldId="274"/>
            <ac:picMk id="5" creationId="{D92B0477-E444-C7C3-6DBC-1F355E996AA0}"/>
          </ac:picMkLst>
        </pc:picChg>
        <pc:picChg chg="add mod">
          <ac:chgData name="FRANCESCO ALESSANDRO PINTO" userId="e647daa0-8c8c-43db-a63e-434c81645a35" providerId="ADAL" clId="{94515437-04C1-40B4-975D-6F935D79E21F}" dt="2025-05-22T16:11:39.042" v="717" actId="1076"/>
          <ac:picMkLst>
            <pc:docMk/>
            <pc:sldMk cId="1831875767" sldId="274"/>
            <ac:picMk id="6" creationId="{82E52B03-E3D7-009A-DF2C-19030280A2D9}"/>
          </ac:picMkLst>
        </pc:picChg>
        <pc:picChg chg="add mod">
          <ac:chgData name="FRANCESCO ALESSANDRO PINTO" userId="e647daa0-8c8c-43db-a63e-434c81645a35" providerId="ADAL" clId="{94515437-04C1-40B4-975D-6F935D79E21F}" dt="2025-05-22T16:12:32.474" v="727" actId="1076"/>
          <ac:picMkLst>
            <pc:docMk/>
            <pc:sldMk cId="1831875767" sldId="274"/>
            <ac:picMk id="9" creationId="{449BDA52-3C99-7630-8EB3-13AAADC88C37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16" creationId="{54EBA82D-90AE-469C-0801-081EF4F3BF52}"/>
          </ac:picMkLst>
        </pc:picChg>
        <pc:picChg chg="mod">
          <ac:chgData name="FRANCESCO ALESSANDRO PINTO" userId="e647daa0-8c8c-43db-a63e-434c81645a35" providerId="ADAL" clId="{94515437-04C1-40B4-975D-6F935D79E21F}" dt="2025-05-26T14:01:14.750" v="7382" actId="962"/>
          <ac:picMkLst>
            <pc:docMk/>
            <pc:sldMk cId="1831875767" sldId="274"/>
            <ac:picMk id="20" creationId="{0224F8D6-0102-189F-D5CD-1E6FA5F840A1}"/>
          </ac:picMkLst>
        </pc:picChg>
        <pc:picChg chg="mod">
          <ac:chgData name="FRANCESCO ALESSANDRO PINTO" userId="e647daa0-8c8c-43db-a63e-434c81645a35" providerId="ADAL" clId="{94515437-04C1-40B4-975D-6F935D79E21F}" dt="2025-05-26T13:41:15.719" v="6913" actId="1076"/>
          <ac:picMkLst>
            <pc:docMk/>
            <pc:sldMk cId="1831875767" sldId="274"/>
            <ac:picMk id="21" creationId="{00FA851B-4D6D-C617-04D5-CD818CD62882}"/>
          </ac:picMkLst>
        </pc:picChg>
        <pc:picChg chg="add mod">
          <ac:chgData name="FRANCESCO ALESSANDRO PINTO" userId="e647daa0-8c8c-43db-a63e-434c81645a35" providerId="ADAL" clId="{94515437-04C1-40B4-975D-6F935D79E21F}" dt="2025-05-26T13:41:06.968" v="6911" actId="1038"/>
          <ac:picMkLst>
            <pc:docMk/>
            <pc:sldMk cId="1831875767" sldId="274"/>
            <ac:picMk id="22" creationId="{5B91B933-A4B9-3404-445B-524F94C8C349}"/>
          </ac:picMkLst>
        </pc:picChg>
        <pc:picChg chg="mod ord">
          <ac:chgData name="FRANCESCO ALESSANDRO PINTO" userId="e647daa0-8c8c-43db-a63e-434c81645a35" providerId="ADAL" clId="{94515437-04C1-40B4-975D-6F935D79E21F}" dt="2025-05-22T16:08:00.665" v="645" actId="1076"/>
          <ac:picMkLst>
            <pc:docMk/>
            <pc:sldMk cId="1831875767" sldId="274"/>
            <ac:picMk id="23" creationId="{0E2EAC93-95FA-B4A2-C3D4-F5BDF2106ED7}"/>
          </ac:picMkLst>
        </pc:picChg>
        <pc:picChg chg="mod">
          <ac:chgData name="FRANCESCO ALESSANDRO PINTO" userId="e647daa0-8c8c-43db-a63e-434c81645a35" providerId="ADAL" clId="{94515437-04C1-40B4-975D-6F935D79E21F}" dt="2025-05-22T16:07:30.197" v="638" actId="1076"/>
          <ac:picMkLst>
            <pc:docMk/>
            <pc:sldMk cId="1831875767" sldId="274"/>
            <ac:picMk id="1038" creationId="{A1803E28-F2A0-1A64-0DF0-4D3A9A0C0AA9}"/>
          </ac:picMkLst>
        </pc:picChg>
        <pc:cxnChg chg="mod">
          <ac:chgData name="FRANCESCO ALESSANDRO PINTO" userId="e647daa0-8c8c-43db-a63e-434c81645a35" providerId="ADAL" clId="{94515437-04C1-40B4-975D-6F935D79E21F}" dt="2025-05-22T16:07:43.067" v="640" actId="14100"/>
          <ac:cxnSpMkLst>
            <pc:docMk/>
            <pc:sldMk cId="1831875767" sldId="274"/>
            <ac:cxnSpMk id="36" creationId="{9612D67B-2684-654D-8910-753196D58D72}"/>
          </ac:cxnSpMkLst>
        </pc:cxnChg>
      </pc:sldChg>
      <pc:sldChg chg="modSp add del mod">
        <pc:chgData name="FRANCESCO ALESSANDRO PINTO" userId="e647daa0-8c8c-43db-a63e-434c81645a35" providerId="ADAL" clId="{94515437-04C1-40B4-975D-6F935D79E21F}" dt="2025-05-22T16:06:37.509" v="617" actId="2890"/>
        <pc:sldMkLst>
          <pc:docMk/>
          <pc:sldMk cId="2030764261" sldId="274"/>
        </pc:sldMkLst>
      </pc:sldChg>
      <pc:sldChg chg="addSp delSp modSp mod">
        <pc:chgData name="FRANCESCO ALESSANDRO PINTO" userId="e647daa0-8c8c-43db-a63e-434c81645a35" providerId="ADAL" clId="{94515437-04C1-40B4-975D-6F935D79E21F}" dt="2025-05-26T15:00:12.705" v="8759" actId="1076"/>
        <pc:sldMkLst>
          <pc:docMk/>
          <pc:sldMk cId="3116586205" sldId="277"/>
        </pc:sldMkLst>
        <pc:spChg chg="add mod ord">
          <ac:chgData name="FRANCESCO ALESSANDRO PINTO" userId="e647daa0-8c8c-43db-a63e-434c81645a35" providerId="ADAL" clId="{94515437-04C1-40B4-975D-6F935D79E21F}" dt="2025-05-26T14:25:34.688" v="8298" actId="1037"/>
          <ac:spMkLst>
            <pc:docMk/>
            <pc:sldMk cId="3116586205" sldId="277"/>
            <ac:spMk id="5" creationId="{E60E5570-777E-0599-39DF-E98B1A25203C}"/>
          </ac:spMkLst>
        </pc:spChg>
        <pc:spChg chg="add mod">
          <ac:chgData name="FRANCESCO ALESSANDRO PINTO" userId="e647daa0-8c8c-43db-a63e-434c81645a35" providerId="ADAL" clId="{94515437-04C1-40B4-975D-6F935D79E21F}" dt="2025-05-26T14:26:47.199" v="8479" actId="208"/>
          <ac:spMkLst>
            <pc:docMk/>
            <pc:sldMk cId="3116586205" sldId="277"/>
            <ac:spMk id="6" creationId="{A9C4909D-580C-5D59-140C-B45EE06C551D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2" creationId="{F6B9A229-32D0-82E3-EAEB-24D3D8F9CE57}"/>
          </ac:spMkLst>
        </pc:spChg>
        <pc:spChg chg="add mod">
          <ac:chgData name="FRANCESCO ALESSANDRO PINTO" userId="e647daa0-8c8c-43db-a63e-434c81645a35" providerId="ADAL" clId="{94515437-04C1-40B4-975D-6F935D79E21F}" dt="2025-05-26T14:27:19.277" v="8507" actId="1038"/>
          <ac:spMkLst>
            <pc:docMk/>
            <pc:sldMk cId="3116586205" sldId="277"/>
            <ac:spMk id="13" creationId="{0D08FF91-86B1-85A7-4BDA-E47A0A8202E2}"/>
          </ac:spMkLst>
        </pc:spChg>
        <pc:spChg chg="add mod">
          <ac:chgData name="FRANCESCO ALESSANDRO PINTO" userId="e647daa0-8c8c-43db-a63e-434c81645a35" providerId="ADAL" clId="{94515437-04C1-40B4-975D-6F935D79E21F}" dt="2025-05-26T14:26:34.954" v="8478" actId="208"/>
          <ac:spMkLst>
            <pc:docMk/>
            <pc:sldMk cId="3116586205" sldId="277"/>
            <ac:spMk id="18" creationId="{990AAF38-73A1-9A6A-B71F-369C74C421B2}"/>
          </ac:spMkLst>
        </pc:spChg>
        <pc:spChg chg="add mod">
          <ac:chgData name="FRANCESCO ALESSANDRO PINTO" userId="e647daa0-8c8c-43db-a63e-434c81645a35" providerId="ADAL" clId="{94515437-04C1-40B4-975D-6F935D79E21F}" dt="2025-05-26T14:26:11.254" v="8472" actId="1038"/>
          <ac:spMkLst>
            <pc:docMk/>
            <pc:sldMk cId="3116586205" sldId="277"/>
            <ac:spMk id="19" creationId="{AB793EBF-1E43-AAC2-38FC-7DA92172AF73}"/>
          </ac:spMkLst>
        </pc:spChg>
        <pc:picChg chg="add mod">
          <ac:chgData name="FRANCESCO ALESSANDRO PINTO" userId="e647daa0-8c8c-43db-a63e-434c81645a35" providerId="ADAL" clId="{94515437-04C1-40B4-975D-6F935D79E21F}" dt="2025-05-26T14:25:34.688" v="8298" actId="1037"/>
          <ac:picMkLst>
            <pc:docMk/>
            <pc:sldMk cId="3116586205" sldId="277"/>
            <ac:picMk id="11" creationId="{73B2BC19-33CE-0A9B-1631-C9742A434632}"/>
          </ac:picMkLst>
        </pc:picChg>
        <pc:picChg chg="add mod">
          <ac:chgData name="FRANCESCO ALESSANDRO PINTO" userId="e647daa0-8c8c-43db-a63e-434c81645a35" providerId="ADAL" clId="{94515437-04C1-40B4-975D-6F935D79E21F}" dt="2025-05-26T14:27:19.277" v="8507" actId="1038"/>
          <ac:picMkLst>
            <pc:docMk/>
            <pc:sldMk cId="3116586205" sldId="277"/>
            <ac:picMk id="15" creationId="{EAA5CD09-F5E6-615A-F5CD-5CFDADAC089E}"/>
          </ac:picMkLst>
        </pc:picChg>
        <pc:picChg chg="add mod ord">
          <ac:chgData name="FRANCESCO ALESSANDRO PINTO" userId="e647daa0-8c8c-43db-a63e-434c81645a35" providerId="ADAL" clId="{94515437-04C1-40B4-975D-6F935D79E21F}" dt="2025-05-26T14:26:11.254" v="8472" actId="1038"/>
          <ac:picMkLst>
            <pc:docMk/>
            <pc:sldMk cId="3116586205" sldId="277"/>
            <ac:picMk id="17" creationId="{6407713A-CE24-BB3A-D62A-AA0C382FB201}"/>
          </ac:picMkLst>
        </pc:picChg>
        <pc:picChg chg="add mod">
          <ac:chgData name="FRANCESCO ALESSANDRO PINTO" userId="e647daa0-8c8c-43db-a63e-434c81645a35" providerId="ADAL" clId="{94515437-04C1-40B4-975D-6F935D79E21F}" dt="2025-05-26T15:00:06.168" v="8757" actId="1076"/>
          <ac:picMkLst>
            <pc:docMk/>
            <pc:sldMk cId="3116586205" sldId="277"/>
            <ac:picMk id="21" creationId="{F7E10D14-62F6-70DC-DA28-B97CE0985387}"/>
          </ac:picMkLst>
        </pc:picChg>
        <pc:picChg chg="add mod">
          <ac:chgData name="FRANCESCO ALESSANDRO PINTO" userId="e647daa0-8c8c-43db-a63e-434c81645a35" providerId="ADAL" clId="{94515437-04C1-40B4-975D-6F935D79E21F}" dt="2025-05-26T15:00:12.705" v="8759" actId="1076"/>
          <ac:picMkLst>
            <pc:docMk/>
            <pc:sldMk cId="3116586205" sldId="277"/>
            <ac:picMk id="22" creationId="{95892438-6692-4E41-F179-6C2923FEB8E4}"/>
          </ac:picMkLst>
        </pc:picChg>
      </pc:sldChg>
      <pc:sldChg chg="modSp mod">
        <pc:chgData name="FRANCESCO ALESSANDRO PINTO" userId="e647daa0-8c8c-43db-a63e-434c81645a35" providerId="ADAL" clId="{94515437-04C1-40B4-975D-6F935D79E21F}" dt="2025-05-26T13:32:32.909" v="6345" actId="14100"/>
        <pc:sldMkLst>
          <pc:docMk/>
          <pc:sldMk cId="3584648600" sldId="280"/>
        </pc:sldMkLst>
      </pc:sldChg>
      <pc:sldChg chg="addSp delSp modSp mod">
        <pc:chgData name="FRANCESCO ALESSANDRO PINTO" userId="e647daa0-8c8c-43db-a63e-434c81645a35" providerId="ADAL" clId="{94515437-04C1-40B4-975D-6F935D79E21F}" dt="2025-05-26T13:30:07.314" v="6320" actId="1076"/>
        <pc:sldMkLst>
          <pc:docMk/>
          <pc:sldMk cId="2799825697" sldId="281"/>
        </pc:sldMkLst>
        <pc:spChg chg="mod">
          <ac:chgData name="FRANCESCO ALESSANDRO PINTO" userId="e647daa0-8c8c-43db-a63e-434c81645a35" providerId="ADAL" clId="{94515437-04C1-40B4-975D-6F935D79E21F}" dt="2025-05-23T14:53:44.114" v="1012" actId="20577"/>
          <ac:spMkLst>
            <pc:docMk/>
            <pc:sldMk cId="2799825697" sldId="281"/>
            <ac:spMk id="3" creationId="{B4FF3A5D-E133-0C4E-672C-04B75278C8AE}"/>
          </ac:spMkLst>
        </pc:spChg>
        <pc:spChg chg="add mod">
          <ac:chgData name="FRANCESCO ALESSANDRO PINTO" userId="e647daa0-8c8c-43db-a63e-434c81645a35" providerId="ADAL" clId="{94515437-04C1-40B4-975D-6F935D79E21F}" dt="2025-05-23T15:01:10.539" v="1099" actId="1076"/>
          <ac:spMkLst>
            <pc:docMk/>
            <pc:sldMk cId="2799825697" sldId="281"/>
            <ac:spMk id="4" creationId="{D955FD55-F47E-12B0-EDB2-AE96CA59ECF2}"/>
          </ac:spMkLst>
        </pc:spChg>
        <pc:spChg chg="add mod">
          <ac:chgData name="FRANCESCO ALESSANDRO PINTO" userId="e647daa0-8c8c-43db-a63e-434c81645a35" providerId="ADAL" clId="{94515437-04C1-40B4-975D-6F935D79E21F}" dt="2025-05-26T13:10:41.563" v="5484" actId="1037"/>
          <ac:spMkLst>
            <pc:docMk/>
            <pc:sldMk cId="2799825697" sldId="281"/>
            <ac:spMk id="5" creationId="{7C24B293-7EA5-F542-C7DF-46CC0C06C2B5}"/>
          </ac:spMkLst>
        </pc:spChg>
        <pc:spChg chg="add mod">
          <ac:chgData name="FRANCESCO ALESSANDRO PINTO" userId="e647daa0-8c8c-43db-a63e-434c81645a35" providerId="ADAL" clId="{94515437-04C1-40B4-975D-6F935D79E21F}" dt="2025-05-23T15:25:01.795" v="1499" actId="20577"/>
          <ac:spMkLst>
            <pc:docMk/>
            <pc:sldMk cId="2799825697" sldId="281"/>
            <ac:spMk id="6" creationId="{8867DDCD-5CD4-0335-6514-47D69A42C4BC}"/>
          </ac:spMkLst>
        </pc:spChg>
        <pc:spChg chg="add mod">
          <ac:chgData name="FRANCESCO ALESSANDRO PINTO" userId="e647daa0-8c8c-43db-a63e-434c81645a35" providerId="ADAL" clId="{94515437-04C1-40B4-975D-6F935D79E21F}" dt="2025-05-23T14:55:57.867" v="1062" actId="207"/>
          <ac:spMkLst>
            <pc:docMk/>
            <pc:sldMk cId="2799825697" sldId="281"/>
            <ac:spMk id="9" creationId="{1C4F24AB-75B2-89C1-9E3F-B00E4CB6125F}"/>
          </ac:spMkLst>
        </pc:spChg>
        <pc:spChg chg="add mod">
          <ac:chgData name="FRANCESCO ALESSANDRO PINTO" userId="e647daa0-8c8c-43db-a63e-434c81645a35" providerId="ADAL" clId="{94515437-04C1-40B4-975D-6F935D79E21F}" dt="2025-05-26T13:30:07.314" v="6320" actId="1076"/>
          <ac:spMkLst>
            <pc:docMk/>
            <pc:sldMk cId="2799825697" sldId="281"/>
            <ac:spMk id="10" creationId="{972D2B93-5085-636E-EE2F-D8D643DD330D}"/>
          </ac:spMkLst>
        </pc:spChg>
        <pc:spChg chg="add mod">
          <ac:chgData name="FRANCESCO ALESSANDRO PINTO" userId="e647daa0-8c8c-43db-a63e-434c81645a35" providerId="ADAL" clId="{94515437-04C1-40B4-975D-6F935D79E21F}" dt="2025-05-23T14:58:26.070" v="1083" actId="1076"/>
          <ac:spMkLst>
            <pc:docMk/>
            <pc:sldMk cId="2799825697" sldId="281"/>
            <ac:spMk id="12" creationId="{782B0012-D642-0873-2617-DA1C8E9869B0}"/>
          </ac:spMkLst>
        </pc:spChg>
        <pc:spChg chg="mod">
          <ac:chgData name="FRANCESCO ALESSANDRO PINTO" userId="e647daa0-8c8c-43db-a63e-434c81645a35" providerId="ADAL" clId="{94515437-04C1-40B4-975D-6F935D79E21F}" dt="2025-05-23T15:01:11.934" v="1101" actId="1076"/>
          <ac:spMkLst>
            <pc:docMk/>
            <pc:sldMk cId="2799825697" sldId="281"/>
            <ac:spMk id="234" creationId="{350AF1DC-872B-646F-C17F-D31988C3DD99}"/>
          </ac:spMkLst>
        </pc:spChg>
        <pc:picChg chg="mod">
          <ac:chgData name="FRANCESCO ALESSANDRO PINTO" userId="e647daa0-8c8c-43db-a63e-434c81645a35" providerId="ADAL" clId="{94515437-04C1-40B4-975D-6F935D79E21F}" dt="2025-05-23T15:02:25.240" v="1113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e647daa0-8c8c-43db-a63e-434c81645a35" providerId="ADAL" clId="{94515437-04C1-40B4-975D-6F935D79E21F}" dt="2025-05-26T13:10:41.563" v="5484" actId="1037"/>
          <ac:picMkLst>
            <pc:docMk/>
            <pc:sldMk cId="2799825697" sldId="281"/>
            <ac:picMk id="7" creationId="{4B26C211-90AA-A5E1-DCCD-0A0203C5EE3A}"/>
          </ac:picMkLst>
        </pc:picChg>
        <pc:picChg chg="mod">
          <ac:chgData name="FRANCESCO ALESSANDRO PINTO" userId="e647daa0-8c8c-43db-a63e-434c81645a35" providerId="ADAL" clId="{94515437-04C1-40B4-975D-6F935D79E21F}" dt="2025-05-23T14:55:14.995" v="1059" actId="1036"/>
          <ac:picMkLst>
            <pc:docMk/>
            <pc:sldMk cId="2799825697" sldId="281"/>
            <ac:picMk id="8" creationId="{7A654393-EF7B-323B-1140-D41A02D6D850}"/>
          </ac:picMkLst>
        </pc:picChg>
        <pc:picChg chg="add mod">
          <ac:chgData name="FRANCESCO ALESSANDRO PINTO" userId="e647daa0-8c8c-43db-a63e-434c81645a35" providerId="ADAL" clId="{94515437-04C1-40B4-975D-6F935D79E21F}" dt="2025-05-23T14:58:11.371" v="1067" actId="1076"/>
          <ac:picMkLst>
            <pc:docMk/>
            <pc:sldMk cId="2799825697" sldId="281"/>
            <ac:picMk id="11" creationId="{D55028A0-FD8F-0A51-6DF5-DC49A5794D83}"/>
          </ac:picMkLst>
        </pc:picChg>
        <pc:picChg chg="add mod ord">
          <ac:chgData name="FRANCESCO ALESSANDRO PINTO" userId="e647daa0-8c8c-43db-a63e-434c81645a35" providerId="ADAL" clId="{94515437-04C1-40B4-975D-6F935D79E21F}" dt="2025-05-23T15:01:18.064" v="1103" actId="1076"/>
          <ac:picMkLst>
            <pc:docMk/>
            <pc:sldMk cId="2799825697" sldId="281"/>
            <ac:picMk id="14" creationId="{A59C5FCF-FE4E-8670-0793-2D08DFEB5B24}"/>
          </ac:picMkLst>
        </pc:picChg>
        <pc:picChg chg="add mod">
          <ac:chgData name="FRANCESCO ALESSANDRO PINTO" userId="e647daa0-8c8c-43db-a63e-434c81645a35" providerId="ADAL" clId="{94515437-04C1-40B4-975D-6F935D79E21F}" dt="2025-05-23T15:01:51.195" v="1110" actId="1076"/>
          <ac:picMkLst>
            <pc:docMk/>
            <pc:sldMk cId="2799825697" sldId="281"/>
            <ac:picMk id="16" creationId="{59BABBDF-437D-9CBD-214D-97124665CD86}"/>
          </ac:picMkLst>
        </pc:picChg>
        <pc:picChg chg="add mod">
          <ac:chgData name="FRANCESCO ALESSANDRO PINTO" userId="e647daa0-8c8c-43db-a63e-434c81645a35" providerId="ADAL" clId="{94515437-04C1-40B4-975D-6F935D79E21F}" dt="2025-05-23T15:03:04.462" v="1124" actId="1076"/>
          <ac:picMkLst>
            <pc:docMk/>
            <pc:sldMk cId="2799825697" sldId="281"/>
            <ac:picMk id="1028" creationId="{D90C55BE-8BA1-A695-7B50-2261A3381C24}"/>
          </ac:picMkLst>
        </pc:picChg>
        <pc:picChg chg="add mod">
          <ac:chgData name="FRANCESCO ALESSANDRO PINTO" userId="e647daa0-8c8c-43db-a63e-434c81645a35" providerId="ADAL" clId="{94515437-04C1-40B4-975D-6F935D79E21F}" dt="2025-05-23T15:02:57.915" v="1122" actId="1076"/>
          <ac:picMkLst>
            <pc:docMk/>
            <pc:sldMk cId="2799825697" sldId="281"/>
            <ac:picMk id="1030" creationId="{3F62E1AC-4991-36C7-2CD1-92588DF05904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3:19:17.630" v="5816" actId="478"/>
        <pc:sldMkLst>
          <pc:docMk/>
          <pc:sldMk cId="1161251246" sldId="282"/>
        </pc:sldMkLst>
        <pc:spChg chg="add mod">
          <ac:chgData name="FRANCESCO ALESSANDRO PINTO" userId="e647daa0-8c8c-43db-a63e-434c81645a35" providerId="ADAL" clId="{94515437-04C1-40B4-975D-6F935D79E21F}" dt="2025-05-26T13:11:39.985" v="5549" actId="1036"/>
          <ac:spMkLst>
            <pc:docMk/>
            <pc:sldMk cId="1161251246" sldId="282"/>
            <ac:spMk id="4" creationId="{20D3B48C-4C8A-750F-3376-5D1847CD0114}"/>
          </ac:spMkLst>
        </pc:spChg>
        <pc:spChg chg="add mod">
          <ac:chgData name="FRANCESCO ALESSANDRO PINTO" userId="e647daa0-8c8c-43db-a63e-434c81645a35" providerId="ADAL" clId="{94515437-04C1-40B4-975D-6F935D79E21F}" dt="2025-05-26T13:10:26.163" v="5394" actId="208"/>
          <ac:spMkLst>
            <pc:docMk/>
            <pc:sldMk cId="1161251246" sldId="282"/>
            <ac:spMk id="5" creationId="{14AB868A-3614-730A-5A43-2D679ADFDECC}"/>
          </ac:spMkLst>
        </pc:spChg>
        <pc:spChg chg="mod">
          <ac:chgData name="FRANCESCO ALESSANDRO PINTO" userId="e647daa0-8c8c-43db-a63e-434c81645a35" providerId="ADAL" clId="{94515437-04C1-40B4-975D-6F935D79E21F}" dt="2025-05-23T15:24:57.439" v="1492" actId="20577"/>
          <ac:spMkLst>
            <pc:docMk/>
            <pc:sldMk cId="1161251246" sldId="282"/>
            <ac:spMk id="6" creationId="{355A1058-A773-2F26-0986-2001D642F4C5}"/>
          </ac:spMkLst>
        </pc:spChg>
        <pc:spChg chg="add mod">
          <ac:chgData name="FRANCESCO ALESSANDRO PINTO" userId="e647daa0-8c8c-43db-a63e-434c81645a35" providerId="ADAL" clId="{94515437-04C1-40B4-975D-6F935D79E21F}" dt="2025-05-23T15:54:05.935" v="2050" actId="20577"/>
          <ac:spMkLst>
            <pc:docMk/>
            <pc:sldMk cId="1161251246" sldId="282"/>
            <ac:spMk id="10" creationId="{4A1D3D2C-9B2C-1734-FAD8-5C40828F3DA8}"/>
          </ac:spMkLst>
        </pc:spChg>
        <pc:spChg chg="add mod">
          <ac:chgData name="FRANCESCO ALESSANDRO PINTO" userId="e647daa0-8c8c-43db-a63e-434c81645a35" providerId="ADAL" clId="{94515437-04C1-40B4-975D-6F935D79E21F}" dt="2025-05-26T13:13:56.084" v="5691" actId="1036"/>
          <ac:spMkLst>
            <pc:docMk/>
            <pc:sldMk cId="1161251246" sldId="282"/>
            <ac:spMk id="11" creationId="{33A4CEB0-6277-77DA-2993-6E549D18E46F}"/>
          </ac:spMkLst>
        </pc:sp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2" creationId="{26EB2E3B-2680-A67A-8F80-B3A00A110F90}"/>
          </ac:picMkLst>
        </pc:picChg>
        <pc:picChg chg="add mod">
          <ac:chgData name="FRANCESCO ALESSANDRO PINTO" userId="e647daa0-8c8c-43db-a63e-434c81645a35" providerId="ADAL" clId="{94515437-04C1-40B4-975D-6F935D79E21F}" dt="2025-05-23T15:06:37.358" v="1171" actId="1076"/>
          <ac:picMkLst>
            <pc:docMk/>
            <pc:sldMk cId="1161251246" sldId="282"/>
            <ac:picMk id="7" creationId="{B87447D8-2040-B0DD-5C30-1DD46FA01909}"/>
          </ac:picMkLst>
        </pc:picChg>
        <pc:picChg chg="add mod">
          <ac:chgData name="FRANCESCO ALESSANDRO PINTO" userId="e647daa0-8c8c-43db-a63e-434c81645a35" providerId="ADAL" clId="{94515437-04C1-40B4-975D-6F935D79E21F}" dt="2025-05-26T13:11:39.985" v="5549" actId="1036"/>
          <ac:picMkLst>
            <pc:docMk/>
            <pc:sldMk cId="1161251246" sldId="282"/>
            <ac:picMk id="8" creationId="{5DBACB56-286E-CC99-0B01-B8C94AE4C620}"/>
          </ac:picMkLst>
        </pc:picChg>
        <pc:picChg chg="add mod">
          <ac:chgData name="FRANCESCO ALESSANDRO PINTO" userId="e647daa0-8c8c-43db-a63e-434c81645a35" providerId="ADAL" clId="{94515437-04C1-40B4-975D-6F935D79E21F}" dt="2025-05-26T13:13:36.957" v="5641" actId="1035"/>
          <ac:picMkLst>
            <pc:docMk/>
            <pc:sldMk cId="1161251246" sldId="282"/>
            <ac:picMk id="9" creationId="{AB2722EF-254D-DACC-B5EA-A2F29FC08D73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4" creationId="{FD0174A4-C6F0-88C9-E048-81E5EEA11651}"/>
          </ac:picMkLst>
        </pc:picChg>
        <pc:picChg chg="add mod">
          <ac:chgData name="FRANCESCO ALESSANDRO PINTO" userId="e647daa0-8c8c-43db-a63e-434c81645a35" providerId="ADAL" clId="{94515437-04C1-40B4-975D-6F935D79E21F}" dt="2025-05-26T13:17:11.448" v="5758" actId="1037"/>
          <ac:picMkLst>
            <pc:docMk/>
            <pc:sldMk cId="1161251246" sldId="282"/>
            <ac:picMk id="16" creationId="{7064263C-2EBE-330A-8E68-032A68A7A9AD}"/>
          </ac:picMkLst>
        </pc:picChg>
        <pc:picChg chg="mod">
          <ac:chgData name="FRANCESCO ALESSANDRO PINTO" userId="e647daa0-8c8c-43db-a63e-434c81645a35" providerId="ADAL" clId="{94515437-04C1-40B4-975D-6F935D79E21F}" dt="2025-05-23T15:15:19.837" v="1352" actId="1035"/>
          <ac:picMkLst>
            <pc:docMk/>
            <pc:sldMk cId="1161251246" sldId="282"/>
            <ac:picMk id="1028" creationId="{B6E8B263-CBE7-B9CF-50F9-BA199DC9996F}"/>
          </ac:picMkLst>
        </pc:picChg>
      </pc:sldChg>
      <pc:sldChg chg="addSp delSp modSp add mod modTransition delAnim modAnim">
        <pc:chgData name="FRANCESCO ALESSANDRO PINTO" userId="e647daa0-8c8c-43db-a63e-434c81645a35" providerId="ADAL" clId="{94515437-04C1-40B4-975D-6F935D79E21F}" dt="2025-05-26T13:24:11.610" v="5857" actId="1076"/>
        <pc:sldMkLst>
          <pc:docMk/>
          <pc:sldMk cId="2925494781" sldId="283"/>
        </pc:sldMkLst>
        <pc:spChg chg="mod">
          <ac:chgData name="FRANCESCO ALESSANDRO PINTO" userId="e647daa0-8c8c-43db-a63e-434c81645a35" providerId="ADAL" clId="{94515437-04C1-40B4-975D-6F935D79E21F}" dt="2025-05-23T16:01:09.279" v="2204" actId="20577"/>
          <ac:spMkLst>
            <pc:docMk/>
            <pc:sldMk cId="2925494781" sldId="283"/>
            <ac:spMk id="3" creationId="{11C76C95-BB3A-B28E-3F3B-DE20FA1176E4}"/>
          </ac:spMkLst>
        </pc:spChg>
        <pc:spChg chg="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6" creationId="{15C1C78E-C599-DBDC-DB90-FDA119F9F8F0}"/>
          </ac:spMkLst>
        </pc:spChg>
        <pc:spChg chg="add mod">
          <ac:chgData name="FRANCESCO ALESSANDRO PINTO" userId="e647daa0-8c8c-43db-a63e-434c81645a35" providerId="ADAL" clId="{94515437-04C1-40B4-975D-6F935D79E21F}" dt="2025-05-24T07:01:26.907" v="3242" actId="1035"/>
          <ac:spMkLst>
            <pc:docMk/>
            <pc:sldMk cId="2925494781" sldId="283"/>
            <ac:spMk id="7" creationId="{C88CEB35-9D12-F87B-DCFA-B6908162AFB2}"/>
          </ac:spMkLst>
        </pc:spChg>
        <pc:spChg chg="add mod">
          <ac:chgData name="FRANCESCO ALESSANDRO PINTO" userId="e647daa0-8c8c-43db-a63e-434c81645a35" providerId="ADAL" clId="{94515437-04C1-40B4-975D-6F935D79E21F}" dt="2025-05-26T13:11:29.114" v="5485" actId="208"/>
          <ac:spMkLst>
            <pc:docMk/>
            <pc:sldMk cId="2925494781" sldId="283"/>
            <ac:spMk id="8" creationId="{FE54A6E7-43A7-8A51-90FC-51A4DDE20BC9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2" creationId="{8385B0ED-188C-B243-C638-B788BA0BA305}"/>
          </ac:spMkLst>
        </pc:spChg>
        <pc:spChg chg="add del mod">
          <ac:chgData name="FRANCESCO ALESSANDRO PINTO" userId="e647daa0-8c8c-43db-a63e-434c81645a35" providerId="ADAL" clId="{94515437-04C1-40B4-975D-6F935D79E21F}" dt="2025-05-26T13:24:11.610" v="5857" actId="1076"/>
          <ac:spMkLst>
            <pc:docMk/>
            <pc:sldMk cId="2925494781" sldId="283"/>
            <ac:spMk id="15" creationId="{21818CEE-8C4A-15DA-9BCB-604F38A780C4}"/>
          </ac:spMkLst>
        </pc:spChg>
        <pc:spChg chg="add mod">
          <ac:chgData name="FRANCESCO ALESSANDRO PINTO" userId="e647daa0-8c8c-43db-a63e-434c81645a35" providerId="ADAL" clId="{94515437-04C1-40B4-975D-6F935D79E21F}" dt="2025-05-23T15:26:46.248" v="1542" actId="1035"/>
          <ac:spMkLst>
            <pc:docMk/>
            <pc:sldMk cId="2925494781" sldId="283"/>
            <ac:spMk id="16" creationId="{B58684F3-D48F-E621-CA16-E772AECC132C}"/>
          </ac:spMkLst>
        </pc:sp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2" creationId="{D06B07DB-4F66-09B3-C632-442DC6BD4901}"/>
          </ac:picMkLst>
        </pc:picChg>
        <pc:picChg chg="add mod">
          <ac:chgData name="FRANCESCO ALESSANDRO PINTO" userId="e647daa0-8c8c-43db-a63e-434c81645a35" providerId="ADAL" clId="{94515437-04C1-40B4-975D-6F935D79E21F}" dt="2025-05-24T07:01:26.907" v="3242" actId="1035"/>
          <ac:picMkLst>
            <pc:docMk/>
            <pc:sldMk cId="2925494781" sldId="283"/>
            <ac:picMk id="5" creationId="{5391064F-7387-F31B-91C8-FC033F88089A}"/>
          </ac:picMkLst>
        </pc:picChg>
        <pc:picChg chg="add mod">
          <ac:chgData name="FRANCESCO ALESSANDRO PINTO" userId="e647daa0-8c8c-43db-a63e-434c81645a35" providerId="ADAL" clId="{94515437-04C1-40B4-975D-6F935D79E21F}" dt="2025-05-26T13:11:29.114" v="5485" actId="208"/>
          <ac:picMkLst>
            <pc:docMk/>
            <pc:sldMk cId="2925494781" sldId="283"/>
            <ac:picMk id="10" creationId="{A0F68EE4-F366-FD52-A92E-8A4D11CC10DD}"/>
          </ac:picMkLst>
        </pc:picChg>
        <pc:picChg chg="add mod">
          <ac:chgData name="FRANCESCO ALESSANDRO PINTO" userId="e647daa0-8c8c-43db-a63e-434c81645a35" providerId="ADAL" clId="{94515437-04C1-40B4-975D-6F935D79E21F}" dt="2025-05-26T13:16:57.063" v="5718" actId="1076"/>
          <ac:picMkLst>
            <pc:docMk/>
            <pc:sldMk cId="2925494781" sldId="283"/>
            <ac:picMk id="13" creationId="{CAC78E84-828C-130E-EC0B-52D5646E26A9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4" creationId="{D0E11DBB-8ED5-B2E1-EF6E-4F93C138AFDA}"/>
          </ac:picMkLst>
        </pc:picChg>
        <pc:picChg chg="mod">
          <ac:chgData name="FRANCESCO ALESSANDRO PINTO" userId="e647daa0-8c8c-43db-a63e-434c81645a35" providerId="ADAL" clId="{94515437-04C1-40B4-975D-6F935D79E21F}" dt="2025-05-23T15:26:46.248" v="1542" actId="1035"/>
          <ac:picMkLst>
            <pc:docMk/>
            <pc:sldMk cId="2925494781" sldId="283"/>
            <ac:picMk id="1028" creationId="{72D47F21-6C33-3CE2-3693-AA2F9D7E8F74}"/>
          </ac:picMkLst>
        </pc:picChg>
      </pc:sldChg>
      <pc:sldChg chg="addSp delSp modSp add del mod">
        <pc:chgData name="FRANCESCO ALESSANDRO PINTO" userId="e647daa0-8c8c-43db-a63e-434c81645a35" providerId="ADAL" clId="{94515437-04C1-40B4-975D-6F935D79E21F}" dt="2025-05-23T15:38:50.164" v="1831" actId="2696"/>
        <pc:sldMkLst>
          <pc:docMk/>
          <pc:sldMk cId="184729994" sldId="284"/>
        </pc:sldMkLst>
      </pc:sldChg>
      <pc:sldChg chg="addSp delSp modSp add mod delAnim">
        <pc:chgData name="FRANCESCO ALESSANDRO PINTO" userId="e647daa0-8c8c-43db-a63e-434c81645a35" providerId="ADAL" clId="{94515437-04C1-40B4-975D-6F935D79E21F}" dt="2025-05-26T13:24:15.464" v="5859"/>
        <pc:sldMkLst>
          <pc:docMk/>
          <pc:sldMk cId="442202718" sldId="285"/>
        </pc:sldMkLst>
        <pc:spChg chg="mod">
          <ac:chgData name="FRANCESCO ALESSANDRO PINTO" userId="e647daa0-8c8c-43db-a63e-434c81645a35" providerId="ADAL" clId="{94515437-04C1-40B4-975D-6F935D79E21F}" dt="2025-05-23T16:01:25.327" v="2255" actId="20577"/>
          <ac:spMkLst>
            <pc:docMk/>
            <pc:sldMk cId="442202718" sldId="285"/>
            <ac:spMk id="3" creationId="{19F9F230-B63C-11FC-7658-16765378C216}"/>
          </ac:spMkLst>
        </pc:spChg>
        <pc:spChg chg="add del mod">
          <ac:chgData name="FRANCESCO ALESSANDRO PINTO" userId="e647daa0-8c8c-43db-a63e-434c81645a35" providerId="ADAL" clId="{94515437-04C1-40B4-975D-6F935D79E21F}" dt="2025-05-23T16:02:16.942" v="2288" actId="1076"/>
          <ac:spMkLst>
            <pc:docMk/>
            <pc:sldMk cId="442202718" sldId="285"/>
            <ac:spMk id="6" creationId="{2F327011-1053-31ED-2522-F2AAB1D07BA1}"/>
          </ac:spMkLst>
        </pc:spChg>
        <pc:spChg chg="add mod">
          <ac:chgData name="FRANCESCO ALESSANDRO PINTO" userId="e647daa0-8c8c-43db-a63e-434c81645a35" providerId="ADAL" clId="{94515437-04C1-40B4-975D-6F935D79E21F}" dt="2025-05-26T13:24:15.464" v="5859"/>
          <ac:spMkLst>
            <pc:docMk/>
            <pc:sldMk cId="442202718" sldId="285"/>
            <ac:spMk id="8" creationId="{279C4B93-4F37-A185-F94B-5BFCC9FADE8A}"/>
          </ac:spMkLst>
        </pc:spChg>
        <pc:spChg chg="add mod">
          <ac:chgData name="FRANCESCO ALESSANDRO PINTO" userId="e647daa0-8c8c-43db-a63e-434c81645a35" providerId="ADAL" clId="{94515437-04C1-40B4-975D-6F935D79E21F}" dt="2025-05-23T15:28:52.102" v="1576" actId="1076"/>
          <ac:spMkLst>
            <pc:docMk/>
            <pc:sldMk cId="442202718" sldId="285"/>
            <ac:spMk id="10" creationId="{2ED769C8-EEFC-DEC9-123B-7A3D6EC5EC6A}"/>
          </ac:spMkLst>
        </pc:spChg>
        <pc:spChg chg="add mod">
          <ac:chgData name="FRANCESCO ALESSANDRO PINTO" userId="e647daa0-8c8c-43db-a63e-434c81645a35" providerId="ADAL" clId="{94515437-04C1-40B4-975D-6F935D79E21F}" dt="2025-05-23T15:28:47.415" v="1575" actId="1076"/>
          <ac:spMkLst>
            <pc:docMk/>
            <pc:sldMk cId="442202718" sldId="285"/>
            <ac:spMk id="11" creationId="{E0B11817-F705-D2A5-D158-88FFE0495AB0}"/>
          </ac:spMkLst>
        </pc:spChg>
        <pc:spChg chg="add del">
          <ac:chgData name="FRANCESCO ALESSANDRO PINTO" userId="e647daa0-8c8c-43db-a63e-434c81645a35" providerId="ADAL" clId="{94515437-04C1-40B4-975D-6F935D79E21F}" dt="2025-05-26T13:13:35.637" v="5638" actId="478"/>
          <ac:spMkLst>
            <pc:docMk/>
            <pc:sldMk cId="442202718" sldId="285"/>
            <ac:spMk id="12" creationId="{C03FF5E4-3F37-1765-2DC7-FAD4A31AFC2C}"/>
          </ac:spMkLst>
        </pc:spChg>
        <pc:spChg chg="add mod">
          <ac:chgData name="FRANCESCO ALESSANDRO PINTO" userId="e647daa0-8c8c-43db-a63e-434c81645a35" providerId="ADAL" clId="{94515437-04C1-40B4-975D-6F935D79E21F}" dt="2025-05-23T15:38:17.951" v="1827" actId="1035"/>
          <ac:spMkLst>
            <pc:docMk/>
            <pc:sldMk cId="442202718" sldId="285"/>
            <ac:spMk id="15" creationId="{12CAEB0F-235D-D895-B317-AA2409B1BA8D}"/>
          </ac:spMkLst>
        </pc:spChg>
        <pc:spChg chg="add del">
          <ac:chgData name="FRANCESCO ALESSANDRO PINTO" userId="e647daa0-8c8c-43db-a63e-434c81645a35" providerId="ADAL" clId="{94515437-04C1-40B4-975D-6F935D79E21F}" dt="2025-05-26T13:13:35.331" v="5637" actId="478"/>
          <ac:spMkLst>
            <pc:docMk/>
            <pc:sldMk cId="442202718" sldId="285"/>
            <ac:spMk id="16" creationId="{B116820A-0172-D985-DFAA-87A8446890CB}"/>
          </ac:spMkLst>
        </pc:spChg>
        <pc:picChg chg="add mod">
          <ac:chgData name="FRANCESCO ALESSANDRO PINTO" userId="e647daa0-8c8c-43db-a63e-434c81645a35" providerId="ADAL" clId="{94515437-04C1-40B4-975D-6F935D79E21F}" dt="2025-05-26T13:19:25.626" v="5818"/>
          <ac:picMkLst>
            <pc:docMk/>
            <pc:sldMk cId="442202718" sldId="285"/>
            <ac:picMk id="5" creationId="{348EC4C6-F1DF-52A8-4345-32E8C1C4B326}"/>
          </ac:picMkLst>
        </pc:picChg>
        <pc:picChg chg="add mod">
          <ac:chgData name="FRANCESCO ALESSANDRO PINTO" userId="e647daa0-8c8c-43db-a63e-434c81645a35" providerId="ADAL" clId="{94515437-04C1-40B4-975D-6F935D79E21F}" dt="2025-05-23T15:38:17.951" v="1827" actId="1035"/>
          <ac:picMkLst>
            <pc:docMk/>
            <pc:sldMk cId="442202718" sldId="285"/>
            <ac:picMk id="13" creationId="{1F494ACD-5D9D-3B48-36B2-EEB4099A8F06}"/>
          </ac:picMkLst>
        </pc:picChg>
        <pc:picChg chg="add mod">
          <ac:chgData name="FRANCESCO ALESSANDRO PINTO" userId="e647daa0-8c8c-43db-a63e-434c81645a35" providerId="ADAL" clId="{94515437-04C1-40B4-975D-6F935D79E21F}" dt="2025-05-23T16:02:13.802" v="2287" actId="1076"/>
          <ac:picMkLst>
            <pc:docMk/>
            <pc:sldMk cId="442202718" sldId="285"/>
            <ac:picMk id="18" creationId="{36E958A6-12E2-0C3C-A6FE-9E8BEDF0A469}"/>
          </ac:picMkLst>
        </pc:picChg>
        <pc:picChg chg="add mod">
          <ac:chgData name="FRANCESCO ALESSANDRO PINTO" userId="e647daa0-8c8c-43db-a63e-434c81645a35" providerId="ADAL" clId="{94515437-04C1-40B4-975D-6F935D79E21F}" dt="2025-05-23T15:38:31.159" v="1830" actId="1076"/>
          <ac:picMkLst>
            <pc:docMk/>
            <pc:sldMk cId="442202718" sldId="285"/>
            <ac:picMk id="3074" creationId="{552AA128-702C-1296-EB99-C06029C9589E}"/>
          </ac:picMkLst>
        </pc:picChg>
      </pc:sldChg>
      <pc:sldChg chg="addSp delSp modSp add mod addAnim delAnim modAnim">
        <pc:chgData name="FRANCESCO ALESSANDRO PINTO" userId="e647daa0-8c8c-43db-a63e-434c81645a35" providerId="ADAL" clId="{94515437-04C1-40B4-975D-6F935D79E21F}" dt="2025-05-26T13:24:13.969" v="5858"/>
        <pc:sldMkLst>
          <pc:docMk/>
          <pc:sldMk cId="1003845412" sldId="286"/>
        </pc:sldMkLst>
        <pc:spChg chg="mod">
          <ac:chgData name="FRANCESCO ALESSANDRO PINTO" userId="e647daa0-8c8c-43db-a63e-434c81645a35" providerId="ADAL" clId="{94515437-04C1-40B4-975D-6F935D79E21F}" dt="2025-05-23T16:01:17.186" v="2230" actId="20577"/>
          <ac:spMkLst>
            <pc:docMk/>
            <pc:sldMk cId="1003845412" sldId="286"/>
            <ac:spMk id="3" creationId="{A0B9CA70-E497-B535-C3D0-B4F215166FBE}"/>
          </ac:spMkLst>
        </pc:spChg>
        <pc:spChg chg="add mod">
          <ac:chgData name="FRANCESCO ALESSANDRO PINTO" userId="e647daa0-8c8c-43db-a63e-434c81645a35" providerId="ADAL" clId="{94515437-04C1-40B4-975D-6F935D79E21F}" dt="2025-05-23T15:33:02.552" v="1590" actId="1076"/>
          <ac:spMkLst>
            <pc:docMk/>
            <pc:sldMk cId="1003845412" sldId="286"/>
            <ac:spMk id="8" creationId="{08DA7BAF-784E-B7F8-C178-E0E0AD4BAD42}"/>
          </ac:spMkLst>
        </pc:spChg>
        <pc:spChg chg="add mod">
          <ac:chgData name="FRANCESCO ALESSANDRO PINTO" userId="e647daa0-8c8c-43db-a63e-434c81645a35" providerId="ADAL" clId="{94515437-04C1-40B4-975D-6F935D79E21F}" dt="2025-05-26T13:24:13.969" v="5858"/>
          <ac:spMkLst>
            <pc:docMk/>
            <pc:sldMk cId="1003845412" sldId="286"/>
            <ac:spMk id="11" creationId="{D4B6B5A8-4589-5A7A-BE50-81A75C56650D}"/>
          </ac:spMkLst>
        </pc:spChg>
        <pc:spChg chg="add del">
          <ac:chgData name="FRANCESCO ALESSANDRO PINTO" userId="e647daa0-8c8c-43db-a63e-434c81645a35" providerId="ADAL" clId="{94515437-04C1-40B4-975D-6F935D79E21F}" dt="2025-05-26T13:13:36.454" v="5640" actId="478"/>
          <ac:spMkLst>
            <pc:docMk/>
            <pc:sldMk cId="1003845412" sldId="286"/>
            <ac:spMk id="12" creationId="{1721B1CE-952E-20F6-6E14-9F5C607FC1CC}"/>
          </ac:spMkLst>
        </pc:spChg>
        <pc:spChg chg="add mod">
          <ac:chgData name="FRANCESCO ALESSANDRO PINTO" userId="e647daa0-8c8c-43db-a63e-434c81645a35" providerId="ADAL" clId="{94515437-04C1-40B4-975D-6F935D79E21F}" dt="2025-05-23T15:37:11.132" v="1654" actId="1076"/>
          <ac:spMkLst>
            <pc:docMk/>
            <pc:sldMk cId="1003845412" sldId="286"/>
            <ac:spMk id="13" creationId="{590F48F6-BCE8-8E3A-1BBD-EAAB53D77D84}"/>
          </ac:spMkLst>
        </pc:spChg>
        <pc:spChg chg="add del">
          <ac:chgData name="FRANCESCO ALESSANDRO PINTO" userId="e647daa0-8c8c-43db-a63e-434c81645a35" providerId="ADAL" clId="{94515437-04C1-40B4-975D-6F935D79E21F}" dt="2025-05-26T13:13:35.872" v="5639" actId="478"/>
          <ac:spMkLst>
            <pc:docMk/>
            <pc:sldMk cId="1003845412" sldId="286"/>
            <ac:spMk id="16" creationId="{07D68F42-31E2-7018-72BA-FB6D98437E9B}"/>
          </ac:spMkLst>
        </pc:spChg>
        <pc:spChg chg="add mod">
          <ac:chgData name="FRANCESCO ALESSANDRO PINTO" userId="e647daa0-8c8c-43db-a63e-434c81645a35" providerId="ADAL" clId="{94515437-04C1-40B4-975D-6F935D79E21F}" dt="2025-05-23T15:35:37.909" v="1640" actId="403"/>
          <ac:spMkLst>
            <pc:docMk/>
            <pc:sldMk cId="1003845412" sldId="286"/>
            <ac:spMk id="17" creationId="{4D25D243-38E3-213D-84C3-1C4C609E1477}"/>
          </ac:spMkLst>
        </pc:spChg>
        <pc:picChg chg="add mod">
          <ac:chgData name="FRANCESCO ALESSANDRO PINTO" userId="e647daa0-8c8c-43db-a63e-434c81645a35" providerId="ADAL" clId="{94515437-04C1-40B4-975D-6F935D79E21F}" dt="2025-05-26T13:19:23.369" v="5817"/>
          <ac:picMkLst>
            <pc:docMk/>
            <pc:sldMk cId="1003845412" sldId="286"/>
            <ac:picMk id="6" creationId="{7DD1A61C-2B13-50B5-AB84-C2F3EB1AA2D4}"/>
          </ac:picMkLst>
        </pc:picChg>
        <pc:picChg chg="add mod">
          <ac:chgData name="FRANCESCO ALESSANDRO PINTO" userId="e647daa0-8c8c-43db-a63e-434c81645a35" providerId="ADAL" clId="{94515437-04C1-40B4-975D-6F935D79E21F}" dt="2025-05-23T15:32:45.605" v="1583" actId="1076"/>
          <ac:picMkLst>
            <pc:docMk/>
            <pc:sldMk cId="1003845412" sldId="286"/>
            <ac:picMk id="7" creationId="{27EDECBF-0ACB-84ED-1171-1419CED6F0B3}"/>
          </ac:picMkLst>
        </pc:picChg>
        <pc:picChg chg="add mod">
          <ac:chgData name="FRANCESCO ALESSANDRO PINTO" userId="e647daa0-8c8c-43db-a63e-434c81645a35" providerId="ADAL" clId="{94515437-04C1-40B4-975D-6F935D79E21F}" dt="2025-05-23T15:37:07.017" v="1653" actId="1076"/>
          <ac:picMkLst>
            <pc:docMk/>
            <pc:sldMk cId="1003845412" sldId="286"/>
            <ac:picMk id="19" creationId="{9A33A744-521E-FE50-861B-0C85270408F1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16.963" v="5860"/>
        <pc:sldMkLst>
          <pc:docMk/>
          <pc:sldMk cId="3372366951" sldId="287"/>
        </pc:sldMkLst>
        <pc:spChg chg="mod">
          <ac:chgData name="FRANCESCO ALESSANDRO PINTO" userId="e647daa0-8c8c-43db-a63e-434c81645a35" providerId="ADAL" clId="{94515437-04C1-40B4-975D-6F935D79E21F}" dt="2025-05-23T16:01:34.457" v="2280" actId="20577"/>
          <ac:spMkLst>
            <pc:docMk/>
            <pc:sldMk cId="3372366951" sldId="287"/>
            <ac:spMk id="3" creationId="{EC0DA2C4-A982-D589-DC22-3F6940409128}"/>
          </ac:spMkLst>
        </pc:spChg>
        <pc:spChg chg="add mod">
          <ac:chgData name="FRANCESCO ALESSANDRO PINTO" userId="e647daa0-8c8c-43db-a63e-434c81645a35" providerId="ADAL" clId="{94515437-04C1-40B4-975D-6F935D79E21F}" dt="2025-05-23T15:40:01.099" v="1839" actId="207"/>
          <ac:spMkLst>
            <pc:docMk/>
            <pc:sldMk cId="3372366951" sldId="287"/>
            <ac:spMk id="7" creationId="{C33940A4-C3C2-9F3E-ED44-2D391F3EEEE5}"/>
          </ac:spMkLst>
        </pc:spChg>
        <pc:spChg chg="add mod">
          <ac:chgData name="FRANCESCO ALESSANDRO PINTO" userId="e647daa0-8c8c-43db-a63e-434c81645a35" providerId="ADAL" clId="{94515437-04C1-40B4-975D-6F935D79E21F}" dt="2025-05-26T13:24:16.963" v="5860"/>
          <ac:spMkLst>
            <pc:docMk/>
            <pc:sldMk cId="3372366951" sldId="287"/>
            <ac:spMk id="10" creationId="{D1673372-FFE2-27BA-4FFF-B67BD914A01D}"/>
          </ac:spMkLst>
        </pc:spChg>
        <pc:spChg chg="mod">
          <ac:chgData name="FRANCESCO ALESSANDRO PINTO" userId="e647daa0-8c8c-43db-a63e-434c81645a35" providerId="ADAL" clId="{94515437-04C1-40B4-975D-6F935D79E21F}" dt="2025-05-23T15:40:13.475" v="1840" actId="688"/>
          <ac:spMkLst>
            <pc:docMk/>
            <pc:sldMk cId="3372366951" sldId="287"/>
            <ac:spMk id="12" creationId="{85AE8A67-94F0-1D5C-5010-C8DFB10BAC5A}"/>
          </ac:spMkLst>
        </pc:spChg>
        <pc:spChg chg="add mod">
          <ac:chgData name="FRANCESCO ALESSANDRO PINTO" userId="e647daa0-8c8c-43db-a63e-434c81645a35" providerId="ADAL" clId="{94515437-04C1-40B4-975D-6F935D79E21F}" dt="2025-05-23T15:42:15.263" v="1917" actId="688"/>
          <ac:spMkLst>
            <pc:docMk/>
            <pc:sldMk cId="3372366951" sldId="287"/>
            <ac:spMk id="18" creationId="{34B532F9-68A3-55A9-C12E-43AFF1F968B5}"/>
          </ac:spMkLst>
        </pc:spChg>
        <pc:spChg chg="add mod">
          <ac:chgData name="FRANCESCO ALESSANDRO PINTO" userId="e647daa0-8c8c-43db-a63e-434c81645a35" providerId="ADAL" clId="{94515437-04C1-40B4-975D-6F935D79E21F}" dt="2025-05-23T15:47:12.696" v="1983" actId="1076"/>
          <ac:spMkLst>
            <pc:docMk/>
            <pc:sldMk cId="3372366951" sldId="287"/>
            <ac:spMk id="24" creationId="{1FDB6688-7BD4-3DEA-8ED1-8429CF8D0351}"/>
          </ac:spMkLst>
        </pc:spChg>
        <pc:spChg chg="add mod">
          <ac:chgData name="FRANCESCO ALESSANDRO PINTO" userId="e647daa0-8c8c-43db-a63e-434c81645a35" providerId="ADAL" clId="{94515437-04C1-40B4-975D-6F935D79E21F}" dt="2025-05-23T15:49:55.071" v="2017" actId="1076"/>
          <ac:spMkLst>
            <pc:docMk/>
            <pc:sldMk cId="3372366951" sldId="287"/>
            <ac:spMk id="29" creationId="{1CBA6C36-B845-F7BD-FA46-49269F1EBA2B}"/>
          </ac:spMkLst>
        </pc:spChg>
        <pc:spChg chg="mod">
          <ac:chgData name="FRANCESCO ALESSANDRO PINTO" userId="e647daa0-8c8c-43db-a63e-434c81645a35" providerId="ADAL" clId="{94515437-04C1-40B4-975D-6F935D79E21F}" dt="2025-05-23T15:41:31.401" v="1850" actId="1076"/>
          <ac:spMkLst>
            <pc:docMk/>
            <pc:sldMk cId="3372366951" sldId="287"/>
            <ac:spMk id="234" creationId="{884CEFA2-E58A-B990-DA38-3C21B334493C}"/>
          </ac:spMkLst>
        </pc:spChg>
        <pc:picChg chg="add mod">
          <ac:chgData name="FRANCESCO ALESSANDRO PINTO" userId="e647daa0-8c8c-43db-a63e-434c81645a35" providerId="ADAL" clId="{94515437-04C1-40B4-975D-6F935D79E21F}" dt="2025-05-26T13:19:27.277" v="5819"/>
          <ac:picMkLst>
            <pc:docMk/>
            <pc:sldMk cId="3372366951" sldId="287"/>
            <ac:picMk id="5" creationId="{47E1EBBA-44E8-4ACD-025E-EF60785B8631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8" creationId="{043C9B34-9B36-AA8B-3596-845FBF71DAE0}"/>
          </ac:picMkLst>
        </pc:picChg>
        <pc:picChg chg="add mod">
          <ac:chgData name="FRANCESCO ALESSANDRO PINTO" userId="e647daa0-8c8c-43db-a63e-434c81645a35" providerId="ADAL" clId="{94515437-04C1-40B4-975D-6F935D79E21F}" dt="2025-05-23T15:42:15.263" v="1917" actId="688"/>
          <ac:picMkLst>
            <pc:docMk/>
            <pc:sldMk cId="3372366951" sldId="287"/>
            <ac:picMk id="17" creationId="{4228919F-F32D-9972-C44C-AC6890C47159}"/>
          </ac:picMkLst>
        </pc:picChg>
        <pc:picChg chg="add mod">
          <ac:chgData name="FRANCESCO ALESSANDRO PINTO" userId="e647daa0-8c8c-43db-a63e-434c81645a35" providerId="ADAL" clId="{94515437-04C1-40B4-975D-6F935D79E21F}" dt="2025-05-23T15:47:00.686" v="1981" actId="1076"/>
          <ac:picMkLst>
            <pc:docMk/>
            <pc:sldMk cId="3372366951" sldId="287"/>
            <ac:picMk id="23" creationId="{1323DF24-736C-986A-A268-CC46AB4A1262}"/>
          </ac:picMkLst>
        </pc:picChg>
        <pc:picChg chg="add mod">
          <ac:chgData name="FRANCESCO ALESSANDRO PINTO" userId="e647daa0-8c8c-43db-a63e-434c81645a35" providerId="ADAL" clId="{94515437-04C1-40B4-975D-6F935D79E21F}" dt="2025-05-23T15:49:52.721" v="2016" actId="1076"/>
          <ac:picMkLst>
            <pc:docMk/>
            <pc:sldMk cId="3372366951" sldId="287"/>
            <ac:picMk id="28" creationId="{E9A03120-AD3B-92E6-9E1A-5EB6CC4C4F77}"/>
          </ac:picMkLst>
        </pc:picChg>
      </pc:sldChg>
      <pc:sldChg chg="addSp delSp modSp add mod delAnim">
        <pc:chgData name="FRANCESCO ALESSANDRO PINTO" userId="e647daa0-8c8c-43db-a63e-434c81645a35" providerId="ADAL" clId="{94515437-04C1-40B4-975D-6F935D79E21F}" dt="2025-05-26T13:24:20.163" v="5861"/>
        <pc:sldMkLst>
          <pc:docMk/>
          <pc:sldMk cId="1401141599" sldId="288"/>
        </pc:sldMkLst>
        <pc:spChg chg="mod">
          <ac:chgData name="FRANCESCO ALESSANDRO PINTO" userId="e647daa0-8c8c-43db-a63e-434c81645a35" providerId="ADAL" clId="{94515437-04C1-40B4-975D-6F935D79E21F}" dt="2025-05-24T17:06:29.355" v="5372" actId="20577"/>
          <ac:spMkLst>
            <pc:docMk/>
            <pc:sldMk cId="1401141599" sldId="288"/>
            <ac:spMk id="3" creationId="{BA6F81D2-F592-3615-F834-B103A739C890}"/>
          </ac:spMkLst>
        </pc:spChg>
        <pc:spChg chg="add mod">
          <ac:chgData name="FRANCESCO ALESSANDRO PINTO" userId="e647daa0-8c8c-43db-a63e-434c81645a35" providerId="ADAL" clId="{94515437-04C1-40B4-975D-6F935D79E21F}" dt="2025-05-24T09:05:47.882" v="5126" actId="1076"/>
          <ac:spMkLst>
            <pc:docMk/>
            <pc:sldMk cId="1401141599" sldId="288"/>
            <ac:spMk id="5" creationId="{054C44A6-5414-BF82-4E27-2D0279D1F23D}"/>
          </ac:spMkLst>
        </pc:spChg>
        <pc:spChg chg="add mod">
          <ac:chgData name="FRANCESCO ALESSANDRO PINTO" userId="e647daa0-8c8c-43db-a63e-434c81645a35" providerId="ADAL" clId="{94515437-04C1-40B4-975D-6F935D79E21F}" dt="2025-05-24T09:06:09.091" v="5147" actId="688"/>
          <ac:spMkLst>
            <pc:docMk/>
            <pc:sldMk cId="1401141599" sldId="288"/>
            <ac:spMk id="6" creationId="{1AE5E982-F0B8-6B90-89A2-AF154484FDCC}"/>
          </ac:spMkLst>
        </pc:spChg>
        <pc:spChg chg="add mod">
          <ac:chgData name="FRANCESCO ALESSANDRO PINTO" userId="e647daa0-8c8c-43db-a63e-434c81645a35" providerId="ADAL" clId="{94515437-04C1-40B4-975D-6F935D79E21F}" dt="2025-05-26T13:24:20.163" v="5861"/>
          <ac:spMkLst>
            <pc:docMk/>
            <pc:sldMk cId="1401141599" sldId="288"/>
            <ac:spMk id="10" creationId="{B465180F-E48E-4567-8553-F5B1760E9BD5}"/>
          </ac:spMkLst>
        </pc:spChg>
        <pc:spChg chg="add mod">
          <ac:chgData name="FRANCESCO ALESSANDRO PINTO" userId="e647daa0-8c8c-43db-a63e-434c81645a35" providerId="ADAL" clId="{94515437-04C1-40B4-975D-6F935D79E21F}" dt="2025-05-23T15:54:21.043" v="2053"/>
          <ac:spMkLst>
            <pc:docMk/>
            <pc:sldMk cId="1401141599" sldId="288"/>
            <ac:spMk id="20" creationId="{454C2003-D1D6-3E9C-6975-02AC93075592}"/>
          </ac:spMkLst>
        </pc:spChg>
        <pc:spChg chg="add mod">
          <ac:chgData name="FRANCESCO ALESSANDRO PINTO" userId="e647daa0-8c8c-43db-a63e-434c81645a35" providerId="ADAL" clId="{94515437-04C1-40B4-975D-6F935D79E21F}" dt="2025-05-23T15:57:24.358" v="2163" actId="20577"/>
          <ac:spMkLst>
            <pc:docMk/>
            <pc:sldMk cId="1401141599" sldId="288"/>
            <ac:spMk id="21" creationId="{33392895-65A1-F186-6117-3E5F26B51852}"/>
          </ac:spMkLst>
        </pc:spChg>
        <pc:spChg chg="add mod">
          <ac:chgData name="FRANCESCO ALESSANDRO PINTO" userId="e647daa0-8c8c-43db-a63e-434c81645a35" providerId="ADAL" clId="{94515437-04C1-40B4-975D-6F935D79E21F}" dt="2025-05-24T09:05:54.166" v="5142" actId="20577"/>
          <ac:spMkLst>
            <pc:docMk/>
            <pc:sldMk cId="1401141599" sldId="288"/>
            <ac:spMk id="26" creationId="{88487EE3-D8F2-BE37-5922-557C314E60F7}"/>
          </ac:spMkLst>
        </pc:spChg>
        <pc:spChg chg="add mod">
          <ac:chgData name="FRANCESCO ALESSANDRO PINTO" userId="e647daa0-8c8c-43db-a63e-434c81645a35" providerId="ADAL" clId="{94515437-04C1-40B4-975D-6F935D79E21F}" dt="2025-05-23T15:57:54.325" v="2164"/>
          <ac:spMkLst>
            <pc:docMk/>
            <pc:sldMk cId="1401141599" sldId="288"/>
            <ac:spMk id="27" creationId="{01968B84-A552-D730-A750-04BF7920C2DB}"/>
          </ac:spMkLst>
        </pc:spChg>
        <pc:picChg chg="add mod">
          <ac:chgData name="FRANCESCO ALESSANDRO PINTO" userId="e647daa0-8c8c-43db-a63e-434c81645a35" providerId="ADAL" clId="{94515437-04C1-40B4-975D-6F935D79E21F}" dt="2025-05-26T13:19:28.748" v="5820"/>
          <ac:picMkLst>
            <pc:docMk/>
            <pc:sldMk cId="1401141599" sldId="288"/>
            <ac:picMk id="7" creationId="{E5BFABEE-0A71-900F-D3FD-69FC01FF53F9}"/>
          </ac:picMkLst>
        </pc:picChg>
        <pc:picChg chg="add mod">
          <ac:chgData name="FRANCESCO ALESSANDRO PINTO" userId="e647daa0-8c8c-43db-a63e-434c81645a35" providerId="ADAL" clId="{94515437-04C1-40B4-975D-6F935D79E21F}" dt="2025-05-24T09:06:11.009" v="5148" actId="1076"/>
          <ac:picMkLst>
            <pc:docMk/>
            <pc:sldMk cId="1401141599" sldId="288"/>
            <ac:picMk id="11" creationId="{EA9F69D0-5894-F3D4-857F-18A6BCB1A5F1}"/>
          </ac:picMkLst>
        </pc:picChg>
        <pc:picChg chg="add mod">
          <ac:chgData name="FRANCESCO ALESSANDRO PINTO" userId="e647daa0-8c8c-43db-a63e-434c81645a35" providerId="ADAL" clId="{94515437-04C1-40B4-975D-6F935D79E21F}" dt="2025-05-24T09:05:39.415" v="5124" actId="1076"/>
          <ac:picMkLst>
            <pc:docMk/>
            <pc:sldMk cId="1401141599" sldId="288"/>
            <ac:picMk id="22" creationId="{FE3BEA7F-8BAA-3588-9DFB-B554615ACB61}"/>
          </ac:picMkLst>
        </pc:picChg>
        <pc:picChg chg="add mod">
          <ac:chgData name="FRANCESCO ALESSANDRO PINTO" userId="e647daa0-8c8c-43db-a63e-434c81645a35" providerId="ADAL" clId="{94515437-04C1-40B4-975D-6F935D79E21F}" dt="2025-05-24T09:05:43.252" v="5125" actId="1076"/>
          <ac:picMkLst>
            <pc:docMk/>
            <pc:sldMk cId="1401141599" sldId="288"/>
            <ac:picMk id="25" creationId="{CBEF41F4-C66A-F630-3891-CDBDB87AA753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5:50:36.560" v="2019" actId="2696"/>
        <pc:sldMkLst>
          <pc:docMk/>
          <pc:sldMk cId="1575955038" sldId="288"/>
        </pc:sldMkLst>
      </pc:sldChg>
      <pc:sldChg chg="addSp delSp modSp add mod ord delAnim modAnim">
        <pc:chgData name="FRANCESCO ALESSANDRO PINTO" userId="e647daa0-8c8c-43db-a63e-434c81645a35" providerId="ADAL" clId="{94515437-04C1-40B4-975D-6F935D79E21F}" dt="2025-05-26T13:28:13.866" v="6197" actId="1038"/>
        <pc:sldMkLst>
          <pc:docMk/>
          <pc:sldMk cId="2264291606" sldId="289"/>
        </pc:sldMkLst>
        <pc:spChg chg="mod">
          <ac:chgData name="FRANCESCO ALESSANDRO PINTO" userId="e647daa0-8c8c-43db-a63e-434c81645a35" providerId="ADAL" clId="{94515437-04C1-40B4-975D-6F935D79E21F}" dt="2025-05-23T16:03:32.233" v="2325" actId="20577"/>
          <ac:spMkLst>
            <pc:docMk/>
            <pc:sldMk cId="2264291606" sldId="289"/>
            <ac:spMk id="3" creationId="{C8F9C2AA-1D27-C79B-FA13-C0A5F68009D2}"/>
          </ac:spMkLst>
        </pc:spChg>
        <pc:spChg chg="add mod">
          <ac:chgData name="FRANCESCO ALESSANDRO PINTO" userId="e647daa0-8c8c-43db-a63e-434c81645a35" providerId="ADAL" clId="{94515437-04C1-40B4-975D-6F935D79E21F}" dt="2025-05-26T13:24:49.160" v="5877" actId="1037"/>
          <ac:spMkLst>
            <pc:docMk/>
            <pc:sldMk cId="2264291606" sldId="289"/>
            <ac:spMk id="7" creationId="{C5E224F4-D342-17DC-C99C-409A6766A555}"/>
          </ac:spMkLst>
        </pc:spChg>
        <pc:spChg chg="add mod">
          <ac:chgData name="FRANCESCO ALESSANDRO PINTO" userId="e647daa0-8c8c-43db-a63e-434c81645a35" providerId="ADAL" clId="{94515437-04C1-40B4-975D-6F935D79E21F}" dt="2025-05-26T13:28:13.866" v="6197" actId="1038"/>
          <ac:spMkLst>
            <pc:docMk/>
            <pc:sldMk cId="2264291606" sldId="289"/>
            <ac:spMk id="8" creationId="{32AFD960-B04D-DCCA-D9C6-220228719857}"/>
          </ac:spMkLst>
        </pc:spChg>
        <pc:spChg chg="add mod">
          <ac:chgData name="FRANCESCO ALESSANDRO PINTO" userId="e647daa0-8c8c-43db-a63e-434c81645a35" providerId="ADAL" clId="{94515437-04C1-40B4-975D-6F935D79E21F}" dt="2025-05-26T13:28:05.912" v="6110" actId="1038"/>
          <ac:spMkLst>
            <pc:docMk/>
            <pc:sldMk cId="2264291606" sldId="289"/>
            <ac:spMk id="11" creationId="{89CBAD6C-8C34-5E6B-698C-B87C23164E03}"/>
          </ac:spMkLst>
        </pc:spChg>
        <pc:spChg chg="add mod">
          <ac:chgData name="FRANCESCO ALESSANDRO PINTO" userId="e647daa0-8c8c-43db-a63e-434c81645a35" providerId="ADAL" clId="{94515437-04C1-40B4-975D-6F935D79E21F}" dt="2025-05-23T16:11:51.732" v="2369" actId="1076"/>
          <ac:spMkLst>
            <pc:docMk/>
            <pc:sldMk cId="2264291606" sldId="289"/>
            <ac:spMk id="21" creationId="{6A95D81A-032C-7BB3-9FD1-B5A3B7672A8E}"/>
          </ac:spMkLst>
        </pc:spChg>
        <pc:spChg chg="add mod">
          <ac:chgData name="FRANCESCO ALESSANDRO PINTO" userId="e647daa0-8c8c-43db-a63e-434c81645a35" providerId="ADAL" clId="{94515437-04C1-40B4-975D-6F935D79E21F}" dt="2025-05-23T16:05:57.514" v="2350"/>
          <ac:spMkLst>
            <pc:docMk/>
            <pc:sldMk cId="2264291606" sldId="289"/>
            <ac:spMk id="22" creationId="{64F521B1-4EA9-A366-2E76-20A22DB3C67C}"/>
          </ac:spMkLst>
        </pc:spChg>
        <pc:spChg chg="add mod">
          <ac:chgData name="FRANCESCO ALESSANDRO PINTO" userId="e647daa0-8c8c-43db-a63e-434c81645a35" providerId="ADAL" clId="{94515437-04C1-40B4-975D-6F935D79E21F}" dt="2025-05-23T16:13:41.947" v="2449" actId="113"/>
          <ac:spMkLst>
            <pc:docMk/>
            <pc:sldMk cId="2264291606" sldId="289"/>
            <ac:spMk id="31" creationId="{77B8791E-10BC-9B2E-C0B0-A4F7EA226658}"/>
          </ac:spMkLst>
        </pc:spChg>
        <pc:spChg chg="add mod">
          <ac:chgData name="FRANCESCO ALESSANDRO PINTO" userId="e647daa0-8c8c-43db-a63e-434c81645a35" providerId="ADAL" clId="{94515437-04C1-40B4-975D-6F935D79E21F}" dt="2025-05-23T16:15:41.120" v="2558" actId="1076"/>
          <ac:spMkLst>
            <pc:docMk/>
            <pc:sldMk cId="2264291606" sldId="289"/>
            <ac:spMk id="32" creationId="{EEDBFF51-3300-EFA1-EEEF-BE5A50999029}"/>
          </ac:spMkLst>
        </pc:spChg>
        <pc:spChg chg="add mod">
          <ac:chgData name="FRANCESCO ALESSANDRO PINTO" userId="e647daa0-8c8c-43db-a63e-434c81645a35" providerId="ADAL" clId="{94515437-04C1-40B4-975D-6F935D79E21F}" dt="2025-05-23T16:16:14.697" v="2623" actId="20577"/>
          <ac:spMkLst>
            <pc:docMk/>
            <pc:sldMk cId="2264291606" sldId="289"/>
            <ac:spMk id="35" creationId="{99047067-8B00-0B9E-A295-88D883294B94}"/>
          </ac:spMkLst>
        </pc:spChg>
        <pc:picChg chg="add mod">
          <ac:chgData name="FRANCESCO ALESSANDRO PINTO" userId="e647daa0-8c8c-43db-a63e-434c81645a35" providerId="ADAL" clId="{94515437-04C1-40B4-975D-6F935D79E21F}" dt="2025-05-26T13:19:30.591" v="5821"/>
          <ac:picMkLst>
            <pc:docMk/>
            <pc:sldMk cId="2264291606" sldId="289"/>
            <ac:picMk id="5" creationId="{6290D470-E74B-5930-40F4-CD841DEC5844}"/>
          </ac:picMkLst>
        </pc:picChg>
        <pc:picChg chg="add mod">
          <ac:chgData name="FRANCESCO ALESSANDRO PINTO" userId="e647daa0-8c8c-43db-a63e-434c81645a35" providerId="ADAL" clId="{94515437-04C1-40B4-975D-6F935D79E21F}" dt="2025-05-26T13:28:13.866" v="6197" actId="1038"/>
          <ac:picMkLst>
            <pc:docMk/>
            <pc:sldMk cId="2264291606" sldId="289"/>
            <ac:picMk id="10" creationId="{1418A5A2-70E0-7286-8EFD-0B9B90848283}"/>
          </ac:picMkLst>
        </pc:picChg>
        <pc:picChg chg="add mod">
          <ac:chgData name="FRANCESCO ALESSANDRO PINTO" userId="e647daa0-8c8c-43db-a63e-434c81645a35" providerId="ADAL" clId="{94515437-04C1-40B4-975D-6F935D79E21F}" dt="2025-05-26T13:28:05.912" v="6110" actId="1038"/>
          <ac:picMkLst>
            <pc:docMk/>
            <pc:sldMk cId="2264291606" sldId="289"/>
            <ac:picMk id="12" creationId="{96F50E74-3600-38DB-DDB7-E211CF2EAC61}"/>
          </ac:picMkLst>
        </pc:picChg>
        <pc:picChg chg="add mod">
          <ac:chgData name="FRANCESCO ALESSANDRO PINTO" userId="e647daa0-8c8c-43db-a63e-434c81645a35" providerId="ADAL" clId="{94515437-04C1-40B4-975D-6F935D79E21F}" dt="2025-05-23T16:06:13.131" v="2354" actId="1076"/>
          <ac:picMkLst>
            <pc:docMk/>
            <pc:sldMk cId="2264291606" sldId="289"/>
            <ac:picMk id="26" creationId="{22F0CEB8-D041-6699-E42E-BA931C0A5C2B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6T13:28:45.571" v="6294" actId="1036"/>
        <pc:sldMkLst>
          <pc:docMk/>
          <pc:sldMk cId="552862991" sldId="290"/>
        </pc:sldMkLst>
        <pc:spChg chg="add mod">
          <ac:chgData name="FRANCESCO ALESSANDRO PINTO" userId="e647daa0-8c8c-43db-a63e-434c81645a35" providerId="ADAL" clId="{94515437-04C1-40B4-975D-6F935D79E21F}" dt="2025-05-26T13:27:51.101" v="6022" actId="208"/>
          <ac:spMkLst>
            <pc:docMk/>
            <pc:sldMk cId="552862991" sldId="290"/>
            <ac:spMk id="2" creationId="{D91B8FCD-E420-1E86-3A3C-8237739F05F6}"/>
          </ac:spMkLst>
        </pc:spChg>
        <pc:spChg chg="mod">
          <ac:chgData name="FRANCESCO ALESSANDRO PINTO" userId="e647daa0-8c8c-43db-a63e-434c81645a35" providerId="ADAL" clId="{94515437-04C1-40B4-975D-6F935D79E21F}" dt="2025-05-23T16:27:25.796" v="2753" actId="20577"/>
          <ac:spMkLst>
            <pc:docMk/>
            <pc:sldMk cId="552862991" sldId="290"/>
            <ac:spMk id="3" creationId="{997F532F-9EB0-A030-8B20-F0B682DFA557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4" creationId="{1FAEF631-40CE-0BE9-7ECF-6458997901AF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5" creationId="{D1273A02-A3F1-82E4-7E47-7A180EE68171}"/>
          </ac:spMkLst>
        </pc:spChg>
        <pc:spChg chg="add mod">
          <ac:chgData name="FRANCESCO ALESSANDRO PINTO" userId="e647daa0-8c8c-43db-a63e-434c81645a35" providerId="ADAL" clId="{94515437-04C1-40B4-975D-6F935D79E21F}" dt="2025-05-26T13:28:45.571" v="6294" actId="1036"/>
          <ac:spMkLst>
            <pc:docMk/>
            <pc:sldMk cId="552862991" sldId="290"/>
            <ac:spMk id="7" creationId="{42FC75BF-E5C2-C00A-5F61-10332E3CDEE8}"/>
          </ac:spMkLst>
        </pc:spChg>
        <pc:spChg chg="add mod">
          <ac:chgData name="FRANCESCO ALESSANDRO PINTO" userId="e647daa0-8c8c-43db-a63e-434c81645a35" providerId="ADAL" clId="{94515437-04C1-40B4-975D-6F935D79E21F}" dt="2025-05-26T13:26:17.787" v="5878" actId="208"/>
          <ac:spMkLst>
            <pc:docMk/>
            <pc:sldMk cId="552862991" sldId="290"/>
            <ac:spMk id="12" creationId="{FCE627B0-63B7-D893-83E5-C363CCB1B8DE}"/>
          </ac:spMkLst>
        </pc:spChg>
        <pc:spChg chg="mod">
          <ac:chgData name="FRANCESCO ALESSANDRO PINTO" userId="e647daa0-8c8c-43db-a63e-434c81645a35" providerId="ADAL" clId="{94515437-04C1-40B4-975D-6F935D79E21F}" dt="2025-05-24T16:48:05.312" v="5264" actId="20577"/>
          <ac:spMkLst>
            <pc:docMk/>
            <pc:sldMk cId="552862991" sldId="290"/>
            <ac:spMk id="236" creationId="{C91A17A0-D644-F4A5-8AC7-EDDEEE6DB679}"/>
          </ac:spMkLst>
        </pc:spChg>
        <pc:picChg chg="add mod">
          <ac:chgData name="FRANCESCO ALESSANDRO PINTO" userId="e647daa0-8c8c-43db-a63e-434c81645a35" providerId="ADAL" clId="{94515437-04C1-40B4-975D-6F935D79E21F}" dt="2025-05-26T13:28:45.571" v="6294" actId="1036"/>
          <ac:picMkLst>
            <pc:docMk/>
            <pc:sldMk cId="552862991" sldId="290"/>
            <ac:picMk id="6" creationId="{A42F31B3-892A-CFD6-3322-EB3816B6D5A8}"/>
          </ac:picMkLst>
        </pc:picChg>
        <pc:picChg chg="add mod ord">
          <ac:chgData name="FRANCESCO ALESSANDRO PINTO" userId="e647daa0-8c8c-43db-a63e-434c81645a35" providerId="ADAL" clId="{94515437-04C1-40B4-975D-6F935D79E21F}" dt="2025-05-23T16:35:34.850" v="2915" actId="1076"/>
          <ac:picMkLst>
            <pc:docMk/>
            <pc:sldMk cId="552862991" sldId="290"/>
            <ac:picMk id="9" creationId="{ADD30302-043D-5D94-74D7-B20A774AE216}"/>
          </ac:picMkLst>
        </pc:picChg>
        <pc:picChg chg="add mod">
          <ac:chgData name="FRANCESCO ALESSANDRO PINTO" userId="e647daa0-8c8c-43db-a63e-434c81645a35" providerId="ADAL" clId="{94515437-04C1-40B4-975D-6F935D79E21F}" dt="2025-05-26T13:26:38.594" v="5886" actId="1076"/>
          <ac:picMkLst>
            <pc:docMk/>
            <pc:sldMk cId="552862991" sldId="290"/>
            <ac:picMk id="5124" creationId="{85FFAD71-A4F3-AD87-CF9E-172AD99B1657}"/>
          </ac:picMkLst>
        </pc:picChg>
      </pc:sldChg>
      <pc:sldChg chg="add del">
        <pc:chgData name="FRANCESCO ALESSANDRO PINTO" userId="e647daa0-8c8c-43db-a63e-434c81645a35" providerId="ADAL" clId="{94515437-04C1-40B4-975D-6F935D79E21F}" dt="2025-05-23T16:44:13.735" v="3021" actId="2696"/>
        <pc:sldMkLst>
          <pc:docMk/>
          <pc:sldMk cId="3758325738" sldId="291"/>
        </pc:sldMkLst>
      </pc:sldChg>
      <pc:sldChg chg="addSp delSp modSp add mod">
        <pc:chgData name="FRANCESCO ALESSANDRO PINTO" userId="e647daa0-8c8c-43db-a63e-434c81645a35" providerId="ADAL" clId="{94515437-04C1-40B4-975D-6F935D79E21F}" dt="2025-05-24T16:48:13.548" v="5276" actId="20577"/>
        <pc:sldMkLst>
          <pc:docMk/>
          <pc:sldMk cId="1508285006" sldId="292"/>
        </pc:sldMkLst>
        <pc:spChg chg="add mod">
          <ac:chgData name="FRANCESCO ALESSANDRO PINTO" userId="e647daa0-8c8c-43db-a63e-434c81645a35" providerId="ADAL" clId="{94515437-04C1-40B4-975D-6F935D79E21F}" dt="2025-05-24T07:42:16.264" v="4026" actId="113"/>
          <ac:spMkLst>
            <pc:docMk/>
            <pc:sldMk cId="1508285006" sldId="292"/>
            <ac:spMk id="2" creationId="{B02BBDE1-CCA9-B57F-A16D-AEB46E559045}"/>
          </ac:spMkLst>
        </pc:spChg>
        <pc:spChg chg="mod">
          <ac:chgData name="FRANCESCO ALESSANDRO PINTO" userId="e647daa0-8c8c-43db-a63e-434c81645a35" providerId="ADAL" clId="{94515437-04C1-40B4-975D-6F935D79E21F}" dt="2025-05-23T16:39:01.152" v="2954" actId="20577"/>
          <ac:spMkLst>
            <pc:docMk/>
            <pc:sldMk cId="1508285006" sldId="292"/>
            <ac:spMk id="3" creationId="{92F9EB06-6F90-C53E-FA1B-C073007F6A7B}"/>
          </ac:spMkLst>
        </pc:spChg>
        <pc:spChg chg="add mod ord">
          <ac:chgData name="FRANCESCO ALESSANDRO PINTO" userId="e647daa0-8c8c-43db-a63e-434c81645a35" providerId="ADAL" clId="{94515437-04C1-40B4-975D-6F935D79E21F}" dt="2025-05-24T07:41:02.728" v="4008" actId="1076"/>
          <ac:spMkLst>
            <pc:docMk/>
            <pc:sldMk cId="1508285006" sldId="292"/>
            <ac:spMk id="11" creationId="{3B6A642A-9223-5D2C-7305-56FF3738265E}"/>
          </ac:spMkLst>
        </pc:spChg>
        <pc:spChg chg="add mod">
          <ac:chgData name="FRANCESCO ALESSANDRO PINTO" userId="e647daa0-8c8c-43db-a63e-434c81645a35" providerId="ADAL" clId="{94515437-04C1-40B4-975D-6F935D79E21F}" dt="2025-05-24T07:42:10.292" v="4025" actId="20577"/>
          <ac:spMkLst>
            <pc:docMk/>
            <pc:sldMk cId="1508285006" sldId="292"/>
            <ac:spMk id="14" creationId="{95B094FE-3A0B-E5B6-6D49-937318CF581A}"/>
          </ac:spMkLst>
        </pc:spChg>
        <pc:spChg chg="mod">
          <ac:chgData name="FRANCESCO ALESSANDRO PINTO" userId="e647daa0-8c8c-43db-a63e-434c81645a35" providerId="ADAL" clId="{94515437-04C1-40B4-975D-6F935D79E21F}" dt="2025-05-24T16:48:13.548" v="5276" actId="20577"/>
          <ac:spMkLst>
            <pc:docMk/>
            <pc:sldMk cId="1508285006" sldId="292"/>
            <ac:spMk id="236" creationId="{97E23E00-B85C-EB88-D130-48B39892AB40}"/>
          </ac:spMkLst>
        </pc:spChg>
        <pc:picChg chg="add mod">
          <ac:chgData name="FRANCESCO ALESSANDRO PINTO" userId="e647daa0-8c8c-43db-a63e-434c81645a35" providerId="ADAL" clId="{94515437-04C1-40B4-975D-6F935D79E21F}" dt="2025-05-24T07:26:15.884" v="3489" actId="1036"/>
          <ac:picMkLst>
            <pc:docMk/>
            <pc:sldMk cId="1508285006" sldId="292"/>
            <ac:picMk id="9" creationId="{99B9EE01-9B5D-DA9B-FD29-D0E67D904A2C}"/>
          </ac:picMkLst>
        </pc:picChg>
      </pc:sldChg>
      <pc:sldChg chg="addSp delSp modSp add mod">
        <pc:chgData name="FRANCESCO ALESSANDRO PINTO" userId="e647daa0-8c8c-43db-a63e-434c81645a35" providerId="ADAL" clId="{94515437-04C1-40B4-975D-6F935D79E21F}" dt="2025-05-24T16:48:28.516" v="5290" actId="20577"/>
        <pc:sldMkLst>
          <pc:docMk/>
          <pc:sldMk cId="1666482300" sldId="293"/>
        </pc:sldMkLst>
        <pc:spChg chg="mod">
          <ac:chgData name="FRANCESCO ALESSANDRO PINTO" userId="e647daa0-8c8c-43db-a63e-434c81645a35" providerId="ADAL" clId="{94515437-04C1-40B4-975D-6F935D79E21F}" dt="2025-05-24T07:31:02.862" v="3772" actId="1036"/>
          <ac:spMkLst>
            <pc:docMk/>
            <pc:sldMk cId="1666482300" sldId="293"/>
            <ac:spMk id="2" creationId="{3E10F26A-478B-A7F9-E228-A61502DEECF9}"/>
          </ac:spMkLst>
        </pc:spChg>
        <pc:spChg chg="add mod ord">
          <ac:chgData name="FRANCESCO ALESSANDRO PINTO" userId="e647daa0-8c8c-43db-a63e-434c81645a35" providerId="ADAL" clId="{94515437-04C1-40B4-975D-6F935D79E21F}" dt="2025-05-24T07:28:30.385" v="3645" actId="1076"/>
          <ac:spMkLst>
            <pc:docMk/>
            <pc:sldMk cId="1666482300" sldId="293"/>
            <ac:spMk id="6" creationId="{A9CF95F9-0CAB-200F-08DA-291C872174B3}"/>
          </ac:spMkLst>
        </pc:spChg>
        <pc:spChg chg="add mod">
          <ac:chgData name="FRANCESCO ALESSANDRO PINTO" userId="e647daa0-8c8c-43db-a63e-434c81645a35" providerId="ADAL" clId="{94515437-04C1-40B4-975D-6F935D79E21F}" dt="2025-05-24T07:50:01.185" v="4046" actId="1036"/>
          <ac:spMkLst>
            <pc:docMk/>
            <pc:sldMk cId="1666482300" sldId="293"/>
            <ac:spMk id="10" creationId="{9BE1CEFF-4395-09B7-7702-D1EEAD669D28}"/>
          </ac:spMkLst>
        </pc:spChg>
        <pc:spChg chg="mod">
          <ac:chgData name="FRANCESCO ALESSANDRO PINTO" userId="e647daa0-8c8c-43db-a63e-434c81645a35" providerId="ADAL" clId="{94515437-04C1-40B4-975D-6F935D79E21F}" dt="2025-05-24T07:30:56.975" v="3725" actId="1036"/>
          <ac:spMkLst>
            <pc:docMk/>
            <pc:sldMk cId="1666482300" sldId="293"/>
            <ac:spMk id="11" creationId="{2C66A20C-E0F5-3E52-1542-9B89401BB2BB}"/>
          </ac:spMkLst>
        </pc:spChg>
        <pc:spChg chg="add mod">
          <ac:chgData name="FRANCESCO ALESSANDRO PINTO" userId="e647daa0-8c8c-43db-a63e-434c81645a35" providerId="ADAL" clId="{94515437-04C1-40B4-975D-6F935D79E21F}" dt="2025-05-24T07:50:10.502" v="4059" actId="20577"/>
          <ac:spMkLst>
            <pc:docMk/>
            <pc:sldMk cId="1666482300" sldId="293"/>
            <ac:spMk id="12" creationId="{091586A4-8B4D-FFC1-A114-E5452FF33830}"/>
          </ac:spMkLst>
        </pc:spChg>
        <pc:spChg chg="mod">
          <ac:chgData name="FRANCESCO ALESSANDRO PINTO" userId="e647daa0-8c8c-43db-a63e-434c81645a35" providerId="ADAL" clId="{94515437-04C1-40B4-975D-6F935D79E21F}" dt="2025-05-24T16:48:28.516" v="5290" actId="20577"/>
          <ac:spMkLst>
            <pc:docMk/>
            <pc:sldMk cId="1666482300" sldId="293"/>
            <ac:spMk id="236" creationId="{A101335B-8D0C-0799-2109-DEE3FD37F7B6}"/>
          </ac:spMkLst>
        </pc:spChg>
        <pc:picChg chg="add mod">
          <ac:chgData name="FRANCESCO ALESSANDRO PINTO" userId="e647daa0-8c8c-43db-a63e-434c81645a35" providerId="ADAL" clId="{94515437-04C1-40B4-975D-6F935D79E21F}" dt="2025-05-24T07:28:37.343" v="3647" actId="1076"/>
          <ac:picMkLst>
            <pc:docMk/>
            <pc:sldMk cId="1666482300" sldId="293"/>
            <ac:picMk id="5" creationId="{0B0A5527-48E2-E53E-BA42-2D9592C7BE68}"/>
          </ac:picMkLst>
        </pc:picChg>
        <pc:picChg chg="mod">
          <ac:chgData name="FRANCESCO ALESSANDRO PINTO" userId="e647daa0-8c8c-43db-a63e-434c81645a35" providerId="ADAL" clId="{94515437-04C1-40B4-975D-6F935D79E21F}" dt="2025-05-24T07:30:56.975" v="3725" actId="1036"/>
          <ac:picMkLst>
            <pc:docMk/>
            <pc:sldMk cId="1666482300" sldId="293"/>
            <ac:picMk id="9" creationId="{4457876F-5725-73A8-0DEE-BFF05A6530F4}"/>
          </ac:picMkLst>
        </pc:picChg>
      </pc:sldChg>
      <pc:sldChg chg="addSp modSp add mod">
        <pc:chgData name="FRANCESCO ALESSANDRO PINTO" userId="e647daa0-8c8c-43db-a63e-434c81645a35" providerId="ADAL" clId="{94515437-04C1-40B4-975D-6F935D79E21F}" dt="2025-05-26T14:39:31.546" v="8739" actId="1037"/>
        <pc:sldMkLst>
          <pc:docMk/>
          <pc:sldMk cId="638409052" sldId="294"/>
        </pc:sldMkLst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2" creationId="{C72BE2D7-EC7B-7343-0317-732D9ED2A446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6" creationId="{9D858321-ED76-59D4-8EE0-113EC11D68F4}"/>
          </ac:spMkLst>
        </pc:spChg>
        <pc:spChg chg="add mod ord">
          <ac:chgData name="FRANCESCO ALESSANDRO PINTO" userId="e647daa0-8c8c-43db-a63e-434c81645a35" providerId="ADAL" clId="{94515437-04C1-40B4-975D-6F935D79E21F}" dt="2025-05-24T07:33:11.858" v="3976" actId="208"/>
          <ac:spMkLst>
            <pc:docMk/>
            <pc:sldMk cId="638409052" sldId="294"/>
            <ac:spMk id="8" creationId="{54CB44B2-870C-0944-4ACC-BAFB8E5822EB}"/>
          </ac:spMkLst>
        </pc:spChg>
        <pc:spChg chg="mod">
          <ac:chgData name="FRANCESCO ALESSANDRO PINTO" userId="e647daa0-8c8c-43db-a63e-434c81645a35" providerId="ADAL" clId="{94515437-04C1-40B4-975D-6F935D79E21F}" dt="2025-05-24T07:32:02.843" v="3966" actId="1037"/>
          <ac:spMkLst>
            <pc:docMk/>
            <pc:sldMk cId="638409052" sldId="294"/>
            <ac:spMk id="10" creationId="{5F11C22A-B260-F523-A1D7-E4ABEE9E1BB1}"/>
          </ac:spMkLst>
        </pc:spChg>
        <pc:spChg chg="mod">
          <ac:chgData name="FRANCESCO ALESSANDRO PINTO" userId="e647daa0-8c8c-43db-a63e-434c81645a35" providerId="ADAL" clId="{94515437-04C1-40B4-975D-6F935D79E21F}" dt="2025-05-24T07:31:48.271" v="3843" actId="1036"/>
          <ac:spMkLst>
            <pc:docMk/>
            <pc:sldMk cId="638409052" sldId="294"/>
            <ac:spMk id="11" creationId="{7BE6FB2E-5963-F873-8C52-C17F20528D4E}"/>
          </ac:spMkLst>
        </pc:spChg>
        <pc:spChg chg="add mod">
          <ac:chgData name="FRANCESCO ALESSANDRO PINTO" userId="e647daa0-8c8c-43db-a63e-434c81645a35" providerId="ADAL" clId="{94515437-04C1-40B4-975D-6F935D79E21F}" dt="2025-05-24T07:34:26" v="4001" actId="1076"/>
          <ac:spMkLst>
            <pc:docMk/>
            <pc:sldMk cId="638409052" sldId="294"/>
            <ac:spMk id="12" creationId="{9605C336-7172-B440-AD53-219DDAFBBDFA}"/>
          </ac:spMkLst>
        </pc:spChg>
        <pc:spChg chg="add mod">
          <ac:chgData name="FRANCESCO ALESSANDRO PINTO" userId="e647daa0-8c8c-43db-a63e-434c81645a35" providerId="ADAL" clId="{94515437-04C1-40B4-975D-6F935D79E21F}" dt="2025-05-24T07:51:13.349" v="4066" actId="1076"/>
          <ac:spMkLst>
            <pc:docMk/>
            <pc:sldMk cId="638409052" sldId="294"/>
            <ac:spMk id="13" creationId="{C0A28F10-63D9-0D51-9246-5D5F5A42527B}"/>
          </ac:spMkLst>
        </pc:spChg>
        <pc:spChg chg="mod">
          <ac:chgData name="FRANCESCO ALESSANDRO PINTO" userId="e647daa0-8c8c-43db-a63e-434c81645a35" providerId="ADAL" clId="{94515437-04C1-40B4-975D-6F935D79E21F}" dt="2025-05-24T16:48:35.249" v="5306" actId="20577"/>
          <ac:spMkLst>
            <pc:docMk/>
            <pc:sldMk cId="638409052" sldId="294"/>
            <ac:spMk id="236" creationId="{89A09004-692D-BB79-ED07-D5DB5FE08B04}"/>
          </ac:spMkLst>
        </pc:spChg>
        <pc:picChg chg="mod">
          <ac:chgData name="FRANCESCO ALESSANDRO PINTO" userId="e647daa0-8c8c-43db-a63e-434c81645a35" providerId="ADAL" clId="{94515437-04C1-40B4-975D-6F935D79E21F}" dt="2025-05-24T07:32:02.843" v="3966" actId="1037"/>
          <ac:picMkLst>
            <pc:docMk/>
            <pc:sldMk cId="638409052" sldId="294"/>
            <ac:picMk id="5" creationId="{3BBE1116-84E7-744C-2F01-55A66CED6F45}"/>
          </ac:picMkLst>
        </pc:picChg>
        <pc:picChg chg="add mod">
          <ac:chgData name="FRANCESCO ALESSANDRO PINTO" userId="e647daa0-8c8c-43db-a63e-434c81645a35" providerId="ADAL" clId="{94515437-04C1-40B4-975D-6F935D79E21F}" dt="2025-05-24T07:33:18.916" v="3978" actId="1076"/>
          <ac:picMkLst>
            <pc:docMk/>
            <pc:sldMk cId="638409052" sldId="294"/>
            <ac:picMk id="7" creationId="{191E962A-F4D9-1F77-20AC-571CDDA6647A}"/>
          </ac:picMkLst>
        </pc:picChg>
        <pc:picChg chg="mod">
          <ac:chgData name="FRANCESCO ALESSANDRO PINTO" userId="e647daa0-8c8c-43db-a63e-434c81645a35" providerId="ADAL" clId="{94515437-04C1-40B4-975D-6F935D79E21F}" dt="2025-05-24T07:31:48.271" v="3843" actId="1036"/>
          <ac:picMkLst>
            <pc:docMk/>
            <pc:sldMk cId="638409052" sldId="294"/>
            <ac:picMk id="9" creationId="{6BF5F6FC-9B82-37AF-6283-8A91789A6017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1:40.873" v="7385" actId="1076"/>
        <pc:sldMkLst>
          <pc:docMk/>
          <pc:sldMk cId="2871947140" sldId="295"/>
        </pc:sldMkLst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2" creationId="{02998528-2138-4A0F-4A0B-6DB64FAC02C1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5" creationId="{FCFE4886-7CB6-8973-D6A9-E3D078AC1676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6" creationId="{6D42BB64-56B3-67A2-3985-AA93CA13E537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7" creationId="{561DBF8D-6150-9BA2-9E2D-69E75EDEA5D2}"/>
          </ac:spMkLst>
        </pc:spChg>
        <pc:spChg chg="add mod">
          <ac:chgData name="FRANCESCO ALESSANDRO PINTO" userId="e647daa0-8c8c-43db-a63e-434c81645a35" providerId="ADAL" clId="{94515437-04C1-40B4-975D-6F935D79E21F}" dt="2025-05-26T13:40:37.377" v="6673" actId="1038"/>
          <ac:spMkLst>
            <pc:docMk/>
            <pc:sldMk cId="2871947140" sldId="295"/>
            <ac:spMk id="8" creationId="{AB9BF9F7-FB94-D00D-62FB-7E927874E240}"/>
          </ac:spMkLst>
        </pc:spChg>
        <pc:spChg chg="add mod">
          <ac:chgData name="FRANCESCO ALESSANDRO PINTO" userId="e647daa0-8c8c-43db-a63e-434c81645a35" providerId="ADAL" clId="{94515437-04C1-40B4-975D-6F935D79E21F}" dt="2025-05-26T14:00:50.485" v="7381" actId="962"/>
          <ac:spMkLst>
            <pc:docMk/>
            <pc:sldMk cId="2871947140" sldId="295"/>
            <ac:spMk id="13" creationId="{00E60CD3-DE11-D8C6-37DC-A6F6DE0EB66E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14" creationId="{B37E6769-26F7-9575-B63D-BAAEE1FC77B4}"/>
          </ac:spMkLst>
        </pc:spChg>
        <pc:spChg chg="add mod">
          <ac:chgData name="FRANCESCO ALESSANDRO PINTO" userId="e647daa0-8c8c-43db-a63e-434c81645a35" providerId="ADAL" clId="{94515437-04C1-40B4-975D-6F935D79E21F}" dt="2025-05-26T14:00:24.026" v="7380" actId="962"/>
          <ac:spMkLst>
            <pc:docMk/>
            <pc:sldMk cId="2871947140" sldId="295"/>
            <ac:spMk id="15" creationId="{64527E44-7C52-8626-049B-7B09EDAAAF37}"/>
          </ac:spMkLst>
        </pc:spChg>
        <pc:spChg chg="add mod">
          <ac:chgData name="FRANCESCO ALESSANDRO PINTO" userId="e647daa0-8c8c-43db-a63e-434c81645a35" providerId="ADAL" clId="{94515437-04C1-40B4-975D-6F935D79E21F}" dt="2025-05-26T13:44:57.599" v="6916" actId="962"/>
          <ac:spMkLst>
            <pc:docMk/>
            <pc:sldMk cId="2871947140" sldId="295"/>
            <ac:spMk id="17" creationId="{A9C3A1DE-2143-AFE8-FEC2-1911D3087BB5}"/>
          </ac:spMkLst>
        </pc:spChg>
        <pc:spChg chg="add mod">
          <ac:chgData name="FRANCESCO ALESSANDRO PINTO" userId="e647daa0-8c8c-43db-a63e-434c81645a35" providerId="ADAL" clId="{94515437-04C1-40B4-975D-6F935D79E21F}" dt="2025-05-26T14:00:04.153" v="7377" actId="962"/>
          <ac:spMkLst>
            <pc:docMk/>
            <pc:sldMk cId="2871947140" sldId="295"/>
            <ac:spMk id="19" creationId="{CBED643F-365F-04F1-D6B9-8042CDF36F67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0" creationId="{FB17CA43-AA2F-1C77-811A-3BD624DA2211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1" creationId="{DBFDFA62-F64F-F900-D63A-7F05FADCE7E6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2" creationId="{AE1727EF-657C-7530-44D1-649DB96C730F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3" creationId="{3FD5DFAB-DC10-E56A-BA1A-698E28F822CB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4" creationId="{735BD109-EEC3-5698-1461-FF706930432A}"/>
          </ac:spMkLst>
        </pc:spChg>
        <pc:spChg chg="add mod">
          <ac:chgData name="FRANCESCO ALESSANDRO PINTO" userId="e647daa0-8c8c-43db-a63e-434c81645a35" providerId="ADAL" clId="{94515437-04C1-40B4-975D-6F935D79E21F}" dt="2025-05-26T13:52:29.104" v="7071" actId="1038"/>
          <ac:spMkLst>
            <pc:docMk/>
            <pc:sldMk cId="2871947140" sldId="295"/>
            <ac:spMk id="25" creationId="{189EE343-6C53-1FF1-AD54-FDD7F3B0AEEF}"/>
          </ac:spMkLst>
        </pc:spChg>
        <pc:spChg chg="add mod">
          <ac:chgData name="FRANCESCO ALESSANDRO PINTO" userId="e647daa0-8c8c-43db-a63e-434c81645a35" providerId="ADAL" clId="{94515437-04C1-40B4-975D-6F935D79E21F}" dt="2025-05-26T13:58:10.674" v="7371"/>
          <ac:spMkLst>
            <pc:docMk/>
            <pc:sldMk cId="2871947140" sldId="295"/>
            <ac:spMk id="26" creationId="{1F257820-D120-891B-0106-E9A538A4DA4E}"/>
          </ac:spMkLst>
        </pc:spChg>
        <pc:spChg chg="mod">
          <ac:chgData name="FRANCESCO ALESSANDRO PINTO" userId="e647daa0-8c8c-43db-a63e-434c81645a35" providerId="ADAL" clId="{94515437-04C1-40B4-975D-6F935D79E21F}" dt="2025-05-24T16:49:41.249" v="5344" actId="20577"/>
          <ac:spMkLst>
            <pc:docMk/>
            <pc:sldMk cId="2871947140" sldId="295"/>
            <ac:spMk id="219" creationId="{558D0434-B621-BA09-7B7C-C72A2A23704C}"/>
          </ac:spMkLst>
        </pc:spChg>
        <pc:spChg chg="mod">
          <ac:chgData name="FRANCESCO ALESSANDRO PINTO" userId="e647daa0-8c8c-43db-a63e-434c81645a35" providerId="ADAL" clId="{94515437-04C1-40B4-975D-6F935D79E21F}" dt="2025-05-26T14:01:40.873" v="7385" actId="1076"/>
          <ac:spMkLst>
            <pc:docMk/>
            <pc:sldMk cId="2871947140" sldId="295"/>
            <ac:spMk id="225" creationId="{11E4672D-161A-F289-12D7-D80E61E767EE}"/>
          </ac:spMkLst>
        </pc:sp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9" creationId="{B35B8269-E07D-DEB9-A305-F1EF230C436E}"/>
          </ac:picMkLst>
        </pc:picChg>
        <pc:picChg chg="add mod">
          <ac:chgData name="FRANCESCO ALESSANDRO PINTO" userId="e647daa0-8c8c-43db-a63e-434c81645a35" providerId="ADAL" clId="{94515437-04C1-40B4-975D-6F935D79E21F}" dt="2025-05-26T13:52:29.104" v="7071" actId="1038"/>
          <ac:picMkLst>
            <pc:docMk/>
            <pc:sldMk cId="2871947140" sldId="295"/>
            <ac:picMk id="12" creationId="{0057BEA0-780E-B3E6-45C4-3E38708D0A0A}"/>
          </ac:picMkLst>
        </pc:picChg>
        <pc:picChg chg="add mod">
          <ac:chgData name="FRANCESCO ALESSANDRO PINTO" userId="e647daa0-8c8c-43db-a63e-434c81645a35" providerId="ADAL" clId="{94515437-04C1-40B4-975D-6F935D79E21F}" dt="2025-05-26T13:40:37.377" v="6673" actId="1038"/>
          <ac:picMkLst>
            <pc:docMk/>
            <pc:sldMk cId="2871947140" sldId="295"/>
            <ac:picMk id="1026" creationId="{34742E95-C8C2-E687-B76A-1D88C682D855}"/>
          </ac:picMkLst>
        </pc:picChg>
        <pc:picChg chg="add mod">
          <ac:chgData name="FRANCESCO ALESSANDRO PINTO" userId="e647daa0-8c8c-43db-a63e-434c81645a35" providerId="ADAL" clId="{94515437-04C1-40B4-975D-6F935D79E21F}" dt="2025-05-26T14:01:25.227" v="7383" actId="962"/>
          <ac:picMkLst>
            <pc:docMk/>
            <pc:sldMk cId="2871947140" sldId="295"/>
            <ac:picMk id="1028" creationId="{A389F831-B178-CEEF-0B1B-F5E48EB28A89}"/>
          </ac:picMkLst>
        </pc:picChg>
        <pc:picChg chg="add mod">
          <ac:chgData name="FRANCESCO ALESSANDRO PINTO" userId="e647daa0-8c8c-43db-a63e-434c81645a35" providerId="ADAL" clId="{94515437-04C1-40B4-975D-6F935D79E21F}" dt="2025-05-26T13:37:27.775" v="6436" actId="1076"/>
          <ac:picMkLst>
            <pc:docMk/>
            <pc:sldMk cId="2871947140" sldId="295"/>
            <ac:picMk id="1030" creationId="{45CD5152-E080-A417-C814-7D33EC32FF81}"/>
          </ac:picMkLst>
        </pc:picChg>
        <pc:picChg chg="add mod">
          <ac:chgData name="FRANCESCO ALESSANDRO PINTO" userId="e647daa0-8c8c-43db-a63e-434c81645a35" providerId="ADAL" clId="{94515437-04C1-40B4-975D-6F935D79E21F}" dt="2025-05-26T13:34:19.087" v="6369" actId="166"/>
          <ac:picMkLst>
            <pc:docMk/>
            <pc:sldMk cId="2871947140" sldId="295"/>
            <ac:picMk id="1032" creationId="{F245E54E-BD12-F77F-6439-066296FD54BB}"/>
          </ac:picMkLst>
        </pc:picChg>
        <pc:picChg chg="add mod">
          <ac:chgData name="FRANCESCO ALESSANDRO PINTO" userId="e647daa0-8c8c-43db-a63e-434c81645a35" providerId="ADAL" clId="{94515437-04C1-40B4-975D-6F935D79E21F}" dt="2025-05-26T13:36:02.350" v="6423" actId="166"/>
          <ac:picMkLst>
            <pc:docMk/>
            <pc:sldMk cId="2871947140" sldId="295"/>
            <ac:picMk id="1034" creationId="{4EC5A665-2446-F609-7FE3-9E758F353F0A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59.429" v="7939" actId="1038"/>
        <pc:sldMkLst>
          <pc:docMk/>
          <pc:sldMk cId="746687068" sldId="296"/>
        </pc:sldMkLst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59" creationId="{20BF660C-7BFA-EEA7-729D-811A43814474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0" creationId="{B7E067AF-B465-FC87-998E-CD43D9DE4846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1" creationId="{092C6588-CEB8-653E-A563-209CB528EF31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2" creationId="{67861577-3914-0A94-8E16-C88D84479EAE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63" creationId="{BEDC40D4-16CC-41C0-BEDB-B24CA276EBCC}"/>
          </ac:spMkLst>
        </pc:spChg>
        <pc:spChg chg="mod">
          <ac:chgData name="FRANCESCO ALESSANDRO PINTO" userId="e647daa0-8c8c-43db-a63e-434c81645a35" providerId="ADAL" clId="{94515437-04C1-40B4-975D-6F935D79E21F}" dt="2025-05-24T16:49:47.795" v="5345"/>
          <ac:spMkLst>
            <pc:docMk/>
            <pc:sldMk cId="746687068" sldId="296"/>
            <ac:spMk id="219" creationId="{373ECF66-CFD8-3A64-F6D9-CE09F6E2A01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5" creationId="{1D95E604-CBE8-55D4-9ADC-28573ECD087F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7" creationId="{2B3A0771-C878-2577-75A3-2782AE9857F2}"/>
          </ac:spMkLst>
        </pc:spChg>
        <pc:spChg chg="add mod">
          <ac:chgData name="FRANCESCO ALESSANDRO PINTO" userId="e647daa0-8c8c-43db-a63e-434c81645a35" providerId="ADAL" clId="{94515437-04C1-40B4-975D-6F935D79E21F}" dt="2025-05-26T14:02:04.829" v="7466" actId="1038"/>
          <ac:spMkLst>
            <pc:docMk/>
            <pc:sldMk cId="746687068" sldId="296"/>
            <ac:spMk id="1029" creationId="{57B66FB8-470F-1845-0127-9A1842B64E92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8" creationId="{376223CB-2308-B066-A36A-0190BEAADFC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39" creationId="{6FE8D473-C291-6294-5D26-E0CD9AD55170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0" creationId="{3735C3AA-69A9-E80A-1BA6-55EBD1CCC8D9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1" creationId="{02A91EA1-76F9-A0AC-FD2A-B215A586FBF1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2" creationId="{9302EC14-29B9-9206-FCF2-6D34E725393A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3" creationId="{D95BD268-ADD3-BFE0-5126-6724C9F726BB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4" creationId="{6F9E19ED-109F-45B4-A698-FFAF8D17CE8F}"/>
          </ac:spMkLst>
        </pc:spChg>
        <pc:spChg chg="add mod">
          <ac:chgData name="FRANCESCO ALESSANDRO PINTO" userId="e647daa0-8c8c-43db-a63e-434c81645a35" providerId="ADAL" clId="{94515437-04C1-40B4-975D-6F935D79E21F}" dt="2025-05-26T14:02:31.803" v="7549" actId="1037"/>
          <ac:spMkLst>
            <pc:docMk/>
            <pc:sldMk cId="746687068" sldId="296"/>
            <ac:spMk id="1045" creationId="{F35E2D4C-854B-8D09-7764-213B30772C52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7" creationId="{9B88C2FA-014F-1245-B507-F22FD15FE2D7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8" creationId="{92539725-E758-BE22-E81A-AE1553B201FF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49" creationId="{BEFDF80B-1B38-AB07-0E19-0F899852AC10}"/>
          </ac:spMkLst>
        </pc:spChg>
        <pc:spChg chg="add mod">
          <ac:chgData name="FRANCESCO ALESSANDRO PINTO" userId="e647daa0-8c8c-43db-a63e-434c81645a35" providerId="ADAL" clId="{94515437-04C1-40B4-975D-6F935D79E21F}" dt="2025-05-26T14:07:50.070" v="7863" actId="1038"/>
          <ac:spMkLst>
            <pc:docMk/>
            <pc:sldMk cId="746687068" sldId="296"/>
            <ac:spMk id="1051" creationId="{3F2C9BE6-16B0-DEC3-01A6-63C440EA6C1A}"/>
          </ac:spMkLst>
        </pc:sp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58" creationId="{4D04FBE2-3E77-31F7-CFD4-02254269BA90}"/>
          </ac:picMkLst>
        </pc:picChg>
        <pc:picChg chg="add mod">
          <ac:chgData name="FRANCESCO ALESSANDRO PINTO" userId="e647daa0-8c8c-43db-a63e-434c81645a35" providerId="ADAL" clId="{94515437-04C1-40B4-975D-6F935D79E21F}" dt="2025-05-26T14:02:04.829" v="7466" actId="1038"/>
          <ac:picMkLst>
            <pc:docMk/>
            <pc:sldMk cId="746687068" sldId="296"/>
            <ac:picMk id="1035" creationId="{2E0E1536-5409-F1FD-B3CD-7869ACDC3CFC}"/>
          </ac:picMkLst>
        </pc:picChg>
        <pc:picChg chg="add mod">
          <ac:chgData name="FRANCESCO ALESSANDRO PINTO" userId="e647daa0-8c8c-43db-a63e-434c81645a35" providerId="ADAL" clId="{94515437-04C1-40B4-975D-6F935D79E21F}" dt="2025-05-26T14:02:31.803" v="7549" actId="1037"/>
          <ac:picMkLst>
            <pc:docMk/>
            <pc:sldMk cId="746687068" sldId="296"/>
            <ac:picMk id="1036" creationId="{47D9ED68-0162-EADD-3449-3DDFD6685ED2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0" creationId="{F2E5D5D2-8058-F1FE-88BD-7C14EEE4850C}"/>
          </ac:picMkLst>
        </pc:picChg>
        <pc:picChg chg="add mod">
          <ac:chgData name="FRANCESCO ALESSANDRO PINTO" userId="e647daa0-8c8c-43db-a63e-434c81645a35" providerId="ADAL" clId="{94515437-04C1-40B4-975D-6F935D79E21F}" dt="2025-05-26T14:07:50.070" v="7863" actId="1038"/>
          <ac:picMkLst>
            <pc:docMk/>
            <pc:sldMk cId="746687068" sldId="296"/>
            <ac:picMk id="1052" creationId="{90D1CAD6-EEFC-AA9A-E581-BC120336913A}"/>
          </ac:picMkLst>
        </pc:picChg>
        <pc:picChg chg="add mod">
          <ac:chgData name="FRANCESCO ALESSANDRO PINTO" userId="e647daa0-8c8c-43db-a63e-434c81645a35" providerId="ADAL" clId="{94515437-04C1-40B4-975D-6F935D79E21F}" dt="2025-05-26T14:07:59.429" v="7939" actId="1038"/>
          <ac:picMkLst>
            <pc:docMk/>
            <pc:sldMk cId="746687068" sldId="296"/>
            <ac:picMk id="1053" creationId="{9D0D0974-2D1F-5200-ABDD-8D72E82C54C2}"/>
          </ac:picMkLst>
        </pc:picChg>
      </pc:sldChg>
      <pc:sldChg chg="addSp delSp modSp add mod delAnim modAnim">
        <pc:chgData name="FRANCESCO ALESSANDRO PINTO" userId="e647daa0-8c8c-43db-a63e-434c81645a35" providerId="ADAL" clId="{94515437-04C1-40B4-975D-6F935D79E21F}" dt="2025-05-26T14:07:32.645" v="7783" actId="1076"/>
        <pc:sldMkLst>
          <pc:docMk/>
          <pc:sldMk cId="1373631670" sldId="297"/>
        </pc:sldMkLst>
        <pc:spChg chg="add mod">
          <ac:chgData name="FRANCESCO ALESSANDRO PINTO" userId="e647daa0-8c8c-43db-a63e-434c81645a35" providerId="ADAL" clId="{94515437-04C1-40B4-975D-6F935D79E21F}" dt="2025-05-26T14:04:22.554" v="7666" actId="14100"/>
          <ac:spMkLst>
            <pc:docMk/>
            <pc:sldMk cId="1373631670" sldId="297"/>
            <ac:spMk id="4" creationId="{877AFD4B-AACE-811F-E873-DC42F4EE6B7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0" creationId="{E1165B29-5E8B-36AB-1DA5-F92931DF1E32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1" creationId="{C3A4175D-E61F-4002-8062-9C935D4AF38C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2" creationId="{CA58E246-2AB7-7676-919C-586FA52CAB9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3" creationId="{868C84EC-A93E-A596-5DE7-7A6BC8AFD8D6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25" creationId="{74975F58-9053-F9F4-9F79-78BA393F67C0}"/>
          </ac:spMkLst>
        </pc:spChg>
        <pc:spChg chg="add mod">
          <ac:chgData name="FRANCESCO ALESSANDRO PINTO" userId="e647daa0-8c8c-43db-a63e-434c81645a35" providerId="ADAL" clId="{94515437-04C1-40B4-975D-6F935D79E21F}" dt="2025-05-26T14:04:04.870" v="7661" actId="1076"/>
          <ac:spMkLst>
            <pc:docMk/>
            <pc:sldMk cId="1373631670" sldId="297"/>
            <ac:spMk id="29" creationId="{986A1E71-5E78-A8FB-90BA-CA788CC32124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0" creationId="{219CD7BD-CD1C-ABBA-52D8-51DE6A808897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1" creationId="{780DECD7-80CE-9C86-BE32-FDB6600DCAC9}"/>
          </ac:spMkLst>
        </pc:spChg>
        <pc:spChg chg="add mod">
          <ac:chgData name="FRANCESCO ALESSANDRO PINTO" userId="e647daa0-8c8c-43db-a63e-434c81645a35" providerId="ADAL" clId="{94515437-04C1-40B4-975D-6F935D79E21F}" dt="2025-05-26T14:03:16.618" v="7565"/>
          <ac:spMkLst>
            <pc:docMk/>
            <pc:sldMk cId="1373631670" sldId="297"/>
            <ac:spMk id="32" creationId="{27F2CA3B-3260-EF35-438B-6A2B5C851846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6" creationId="{D4923D07-0273-2876-294A-9A4121CC7E19}"/>
          </ac:spMkLst>
        </pc:spChg>
        <pc:spChg chg="add mod">
          <ac:chgData name="FRANCESCO ALESSANDRO PINTO" userId="e647daa0-8c8c-43db-a63e-434c81645a35" providerId="ADAL" clId="{94515437-04C1-40B4-975D-6F935D79E21F}" dt="2025-05-26T14:03:57.740" v="7657" actId="1037"/>
          <ac:spMkLst>
            <pc:docMk/>
            <pc:sldMk cId="1373631670" sldId="297"/>
            <ac:spMk id="38" creationId="{48673B25-69E8-E587-398B-B1B22E5F9B14}"/>
          </ac:spMkLst>
        </pc:spChg>
        <pc:spChg chg="add mod">
          <ac:chgData name="FRANCESCO ALESSANDRO PINTO" userId="e647daa0-8c8c-43db-a63e-434c81645a35" providerId="ADAL" clId="{94515437-04C1-40B4-975D-6F935D79E21F}" dt="2025-05-26T14:04:31.759" v="7712" actId="1035"/>
          <ac:spMkLst>
            <pc:docMk/>
            <pc:sldMk cId="1373631670" sldId="297"/>
            <ac:spMk id="43" creationId="{E69B0D9A-A616-0BCB-8667-8A36F5CEA1E0}"/>
          </ac:spMkLst>
        </pc:spChg>
        <pc:spChg chg="add mod">
          <ac:chgData name="FRANCESCO ALESSANDRO PINTO" userId="e647daa0-8c8c-43db-a63e-434c81645a35" providerId="ADAL" clId="{94515437-04C1-40B4-975D-6F935D79E21F}" dt="2025-05-26T14:07:05.512" v="7769" actId="1076"/>
          <ac:spMkLst>
            <pc:docMk/>
            <pc:sldMk cId="1373631670" sldId="297"/>
            <ac:spMk id="44" creationId="{0D35EC1E-F1BD-7A22-FB6B-F9DF7C6983B4}"/>
          </ac:spMkLst>
        </pc:spChg>
        <pc:spChg chg="add mod">
          <ac:chgData name="FRANCESCO ALESSANDRO PINTO" userId="e647daa0-8c8c-43db-a63e-434c81645a35" providerId="ADAL" clId="{94515437-04C1-40B4-975D-6F935D79E21F}" dt="2025-05-26T14:07:22.085" v="7780" actId="20577"/>
          <ac:spMkLst>
            <pc:docMk/>
            <pc:sldMk cId="1373631670" sldId="297"/>
            <ac:spMk id="45" creationId="{D85DCB44-4B22-4A18-428A-B4B61E269EFD}"/>
          </ac:spMkLst>
        </pc:spChg>
        <pc:spChg chg="mod">
          <ac:chgData name="FRANCESCO ALESSANDRO PINTO" userId="e647daa0-8c8c-43db-a63e-434c81645a35" providerId="ADAL" clId="{94515437-04C1-40B4-975D-6F935D79E21F}" dt="2025-05-24T16:49:53.377" v="5346"/>
          <ac:spMkLst>
            <pc:docMk/>
            <pc:sldMk cId="1373631670" sldId="297"/>
            <ac:spMk id="219" creationId="{2081F831-DAFD-5641-9865-B252AA4221A3}"/>
          </ac:spMkLst>
        </pc:spChg>
        <pc:picChg chg="add mod">
          <ac:chgData name="FRANCESCO ALESSANDRO PINTO" userId="e647daa0-8c8c-43db-a63e-434c81645a35" providerId="ADAL" clId="{94515437-04C1-40B4-975D-6F935D79E21F}" dt="2025-05-24T09:28:28.149" v="5249" actId="1076"/>
          <ac:picMkLst>
            <pc:docMk/>
            <pc:sldMk cId="1373631670" sldId="297"/>
            <ac:picMk id="27" creationId="{23718FE6-72C3-AE99-E029-F10B018FD7CE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4" creationId="{2791682E-8642-254E-A988-FA3207BC9136}"/>
          </ac:picMkLst>
        </pc:picChg>
        <pc:picChg chg="add mod">
          <ac:chgData name="FRANCESCO ALESSANDRO PINTO" userId="e647daa0-8c8c-43db-a63e-434c81645a35" providerId="ADAL" clId="{94515437-04C1-40B4-975D-6F935D79E21F}" dt="2025-05-26T14:03:16.618" v="7565"/>
          <ac:picMkLst>
            <pc:docMk/>
            <pc:sldMk cId="1373631670" sldId="297"/>
            <ac:picMk id="35" creationId="{4E3D42C4-601C-6C2E-430A-A2A159AC0FE5}"/>
          </ac:picMkLst>
        </pc:picChg>
        <pc:picChg chg="add mod">
          <ac:chgData name="FRANCESCO ALESSANDRO PINTO" userId="e647daa0-8c8c-43db-a63e-434c81645a35" providerId="ADAL" clId="{94515437-04C1-40B4-975D-6F935D79E21F}" dt="2025-05-26T14:03:57.740" v="7657" actId="1037"/>
          <ac:picMkLst>
            <pc:docMk/>
            <pc:sldMk cId="1373631670" sldId="297"/>
            <ac:picMk id="37" creationId="{D3825FA5-F9E9-3268-4901-D7AFFD5C623B}"/>
          </ac:picMkLst>
        </pc:picChg>
        <pc:picChg chg="add mod">
          <ac:chgData name="FRANCESCO ALESSANDRO PINTO" userId="e647daa0-8c8c-43db-a63e-434c81645a35" providerId="ADAL" clId="{94515437-04C1-40B4-975D-6F935D79E21F}" dt="2025-05-26T14:07:30.866" v="7782" actId="1076"/>
          <ac:picMkLst>
            <pc:docMk/>
            <pc:sldMk cId="1373631670" sldId="297"/>
            <ac:picMk id="40" creationId="{6661611B-5D6A-B2EC-8D8D-C8C9EFE49A5A}"/>
          </ac:picMkLst>
        </pc:picChg>
        <pc:picChg chg="add mod ord">
          <ac:chgData name="FRANCESCO ALESSANDRO PINTO" userId="e647daa0-8c8c-43db-a63e-434c81645a35" providerId="ADAL" clId="{94515437-04C1-40B4-975D-6F935D79E21F}" dt="2025-05-26T14:07:32.645" v="7783" actId="1076"/>
          <ac:picMkLst>
            <pc:docMk/>
            <pc:sldMk cId="1373631670" sldId="297"/>
            <ac:picMk id="42" creationId="{963DA5D5-243F-BA87-6554-BBF061A8CE7F}"/>
          </ac:picMkLst>
        </pc:picChg>
      </pc:sldChg>
      <pc:sldChg chg="addSp delSp modSp add del mod modAnim">
        <pc:chgData name="FRANCESCO ALESSANDRO PINTO" userId="e647daa0-8c8c-43db-a63e-434c81645a35" providerId="ADAL" clId="{94515437-04C1-40B4-975D-6F935D79E21F}" dt="2025-05-26T13:06:45.061" v="5391" actId="2696"/>
        <pc:sldMkLst>
          <pc:docMk/>
          <pc:sldMk cId="2673498737" sldId="298"/>
        </pc:sldMkLst>
      </pc:sldChg>
      <pc:sldChg chg="addSp delSp modSp add mod">
        <pc:chgData name="FRANCESCO ALESSANDRO PINTO" userId="e647daa0-8c8c-43db-a63e-434c81645a35" providerId="ADAL" clId="{94515437-04C1-40B4-975D-6F935D79E21F}" dt="2025-05-26T14:31:05.577" v="8584" actId="1076"/>
        <pc:sldMkLst>
          <pc:docMk/>
          <pc:sldMk cId="2836561586" sldId="298"/>
        </pc:sldMkLst>
        <pc:spChg chg="mod">
          <ac:chgData name="FRANCESCO ALESSANDRO PINTO" userId="e647daa0-8c8c-43db-a63e-434c81645a35" providerId="ADAL" clId="{94515437-04C1-40B4-975D-6F935D79E21F}" dt="2025-05-26T14:31:05.577" v="8584" actId="1076"/>
          <ac:spMkLst>
            <pc:docMk/>
            <pc:sldMk cId="2836561586" sldId="298"/>
            <ac:spMk id="3" creationId="{A97F5954-A03C-628E-9DF3-6347D6B3EDEB}"/>
          </ac:spMkLst>
        </pc:spChg>
        <pc:picChg chg="add mod">
          <ac:chgData name="FRANCESCO ALESSANDRO PINTO" userId="e647daa0-8c8c-43db-a63e-434c81645a35" providerId="ADAL" clId="{94515437-04C1-40B4-975D-6F935D79E21F}" dt="2025-05-26T14:30:45.647" v="8581" actId="1076"/>
          <ac:picMkLst>
            <pc:docMk/>
            <pc:sldMk cId="2836561586" sldId="298"/>
            <ac:picMk id="4" creationId="{13B5F65F-E467-35C2-9CB1-268ED890C958}"/>
          </ac:picMkLst>
        </pc:picChg>
      </pc:sldChg>
    </pc:docChg>
  </pc:docChgLst>
  <pc:docChgLst>
    <pc:chgData name="FRANCESCO MARIA TORINO" userId="34a0d49b-5219-4775-9879-2b7012d14a9a" providerId="ADAL" clId="{F93F12C3-B242-AD46-BD69-7C79EEB010A1}"/>
    <pc:docChg chg="undo redo custSel addSld delSld modSld sldOrd">
      <pc:chgData name="FRANCESCO MARIA TORINO" userId="34a0d49b-5219-4775-9879-2b7012d14a9a" providerId="ADAL" clId="{F93F12C3-B242-AD46-BD69-7C79EEB010A1}" dt="2025-06-12T08:12:38.738" v="3222" actId="14100"/>
      <pc:docMkLst>
        <pc:docMk/>
      </pc:docMkLst>
      <pc:sldChg chg="modSp mod">
        <pc:chgData name="FRANCESCO MARIA TORINO" userId="34a0d49b-5219-4775-9879-2b7012d14a9a" providerId="ADAL" clId="{F93F12C3-B242-AD46-BD69-7C79EEB010A1}" dt="2025-06-09T17:04:38.888" v="1244" actId="1036"/>
        <pc:sldMkLst>
          <pc:docMk/>
          <pc:sldMk cId="0" sldId="257"/>
        </pc:sldMkLst>
        <pc:spChg chg="mod">
          <ac:chgData name="FRANCESCO MARIA TORINO" userId="34a0d49b-5219-4775-9879-2b7012d14a9a" providerId="ADAL" clId="{F93F12C3-B242-AD46-BD69-7C79EEB010A1}" dt="2025-06-09T17:01:25.409" v="1095" actId="20577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FRANCESCO MARIA TORINO" userId="34a0d49b-5219-4775-9879-2b7012d14a9a" providerId="ADAL" clId="{F93F12C3-B242-AD46-BD69-7C79EEB010A1}" dt="2025-06-09T17:04:38.888" v="1244" actId="1036"/>
          <ac:spMkLst>
            <pc:docMk/>
            <pc:sldMk cId="0" sldId="257"/>
            <ac:spMk id="123" creationId="{00000000-0000-0000-0000-000000000000}"/>
          </ac:spMkLst>
        </pc:sp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FRANCESCO MARIA TORINO" userId="34a0d49b-5219-4775-9879-2b7012d14a9a" providerId="ADAL" clId="{F93F12C3-B242-AD46-BD69-7C79EEB010A1}" dt="2025-06-09T17:04:38.888" v="1244" actId="1036"/>
          <ac:picMkLst>
            <pc:docMk/>
            <pc:sldMk cId="0" sldId="257"/>
            <ac:picMk id="121" creationId="{00000000-0000-0000-0000-000000000000}"/>
          </ac:picMkLst>
        </pc:picChg>
      </pc:sldChg>
      <pc:sldChg chg="modSp mod">
        <pc:chgData name="FRANCESCO MARIA TORINO" userId="34a0d49b-5219-4775-9879-2b7012d14a9a" providerId="ADAL" clId="{F93F12C3-B242-AD46-BD69-7C79EEB010A1}" dt="2025-06-09T17:01:29.911" v="1098" actId="20577"/>
        <pc:sldMkLst>
          <pc:docMk/>
          <pc:sldMk cId="0" sldId="258"/>
        </pc:sldMkLst>
        <pc:spChg chg="mod">
          <ac:chgData name="FRANCESCO MARIA TORINO" userId="34a0d49b-5219-4775-9879-2b7012d14a9a" providerId="ADAL" clId="{F93F12C3-B242-AD46-BD69-7C79EEB010A1}" dt="2025-06-09T17:01:29.911" v="1098" actId="20577"/>
          <ac:spMkLst>
            <pc:docMk/>
            <pc:sldMk cId="0" sldId="258"/>
            <ac:spMk id="132" creationId="{00000000-0000-0000-0000-000000000000}"/>
          </ac:spMkLst>
        </pc:spChg>
      </pc:sldChg>
      <pc:sldChg chg="del">
        <pc:chgData name="FRANCESCO MARIA TORINO" userId="34a0d49b-5219-4775-9879-2b7012d14a9a" providerId="ADAL" clId="{F93F12C3-B242-AD46-BD69-7C79EEB010A1}" dt="2025-06-06T10:10:09.257" v="0" actId="2696"/>
        <pc:sldMkLst>
          <pc:docMk/>
          <pc:sldMk cId="0" sldId="259"/>
        </pc:sldMkLst>
      </pc:sldChg>
      <pc:sldChg chg="del">
        <pc:chgData name="FRANCESCO MARIA TORINO" userId="34a0d49b-5219-4775-9879-2b7012d14a9a" providerId="ADAL" clId="{F93F12C3-B242-AD46-BD69-7C79EEB010A1}" dt="2025-06-06T10:10:10.770" v="1" actId="2696"/>
        <pc:sldMkLst>
          <pc:docMk/>
          <pc:sldMk cId="0" sldId="260"/>
        </pc:sldMkLst>
      </pc:sldChg>
      <pc:sldChg chg="del">
        <pc:chgData name="FRANCESCO MARIA TORINO" userId="34a0d49b-5219-4775-9879-2b7012d14a9a" providerId="ADAL" clId="{F93F12C3-B242-AD46-BD69-7C79EEB010A1}" dt="2025-06-06T10:10:12.197" v="2" actId="2696"/>
        <pc:sldMkLst>
          <pc:docMk/>
          <pc:sldMk cId="0" sldId="261"/>
        </pc:sldMkLst>
      </pc:sldChg>
      <pc:sldChg chg="modSp mod">
        <pc:chgData name="FRANCESCO MARIA TORINO" userId="34a0d49b-5219-4775-9879-2b7012d14a9a" providerId="ADAL" clId="{F93F12C3-B242-AD46-BD69-7C79EEB010A1}" dt="2025-06-09T17:02:28.026" v="1137" actId="20577"/>
        <pc:sldMkLst>
          <pc:docMk/>
          <pc:sldMk cId="0" sldId="262"/>
        </pc:sldMkLst>
      </pc:sldChg>
      <pc:sldChg chg="modSp mod">
        <pc:chgData name="FRANCESCO MARIA TORINO" userId="34a0d49b-5219-4775-9879-2b7012d14a9a" providerId="ADAL" clId="{F93F12C3-B242-AD46-BD69-7C79EEB010A1}" dt="2025-06-09T17:02:32.513" v="1140" actId="20577"/>
        <pc:sldMkLst>
          <pc:docMk/>
          <pc:sldMk cId="0" sldId="263"/>
        </pc:sldMkLst>
      </pc:sldChg>
      <pc:sldChg chg="del">
        <pc:chgData name="FRANCESCO MARIA TORINO" userId="34a0d49b-5219-4775-9879-2b7012d14a9a" providerId="ADAL" clId="{F93F12C3-B242-AD46-BD69-7C79EEB010A1}" dt="2025-06-06T10:10:18.718" v="3" actId="2696"/>
        <pc:sldMkLst>
          <pc:docMk/>
          <pc:sldMk cId="0" sldId="264"/>
        </pc:sldMkLst>
      </pc:sldChg>
      <pc:sldChg chg="del">
        <pc:chgData name="FRANCESCO MARIA TORINO" userId="34a0d49b-5219-4775-9879-2b7012d14a9a" providerId="ADAL" clId="{F93F12C3-B242-AD46-BD69-7C79EEB010A1}" dt="2025-06-06T10:10:19.655" v="4" actId="2696"/>
        <pc:sldMkLst>
          <pc:docMk/>
          <pc:sldMk cId="504239801" sldId="266"/>
        </pc:sldMkLst>
      </pc:sldChg>
      <pc:sldChg chg="del">
        <pc:chgData name="FRANCESCO MARIA TORINO" userId="34a0d49b-5219-4775-9879-2b7012d14a9a" providerId="ADAL" clId="{F93F12C3-B242-AD46-BD69-7C79EEB010A1}" dt="2025-06-06T10:10:21.685" v="5" actId="2696"/>
        <pc:sldMkLst>
          <pc:docMk/>
          <pc:sldMk cId="3952422524" sldId="267"/>
        </pc:sldMkLst>
      </pc:sldChg>
      <pc:sldChg chg="modSp del mod">
        <pc:chgData name="FRANCESCO MARIA TORINO" userId="34a0d49b-5219-4775-9879-2b7012d14a9a" providerId="ADAL" clId="{F93F12C3-B242-AD46-BD69-7C79EEB010A1}" dt="2025-06-09T18:17:20.785" v="1645" actId="2696"/>
        <pc:sldMkLst>
          <pc:docMk/>
          <pc:sldMk cId="3260352107" sldId="268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1.425" v="1646" actId="2696"/>
        <pc:sldMkLst>
          <pc:docMk/>
          <pc:sldMk cId="1924434611" sldId="269"/>
        </pc:sldMkLst>
      </pc:sldChg>
      <pc:sldChg chg="delSp modSp del mod delAnim">
        <pc:chgData name="FRANCESCO MARIA TORINO" userId="34a0d49b-5219-4775-9879-2b7012d14a9a" providerId="ADAL" clId="{F93F12C3-B242-AD46-BD69-7C79EEB010A1}" dt="2025-06-09T18:17:22.040" v="1647" actId="2696"/>
        <pc:sldMkLst>
          <pc:docMk/>
          <pc:sldMk cId="3500099326" sldId="270"/>
        </pc:sldMkLst>
      </pc:sldChg>
      <pc:sldChg chg="delSp modSp del mod">
        <pc:chgData name="FRANCESCO MARIA TORINO" userId="34a0d49b-5219-4775-9879-2b7012d14a9a" providerId="ADAL" clId="{F93F12C3-B242-AD46-BD69-7C79EEB010A1}" dt="2025-06-09T18:17:23.650" v="1649" actId="2696"/>
        <pc:sldMkLst>
          <pc:docMk/>
          <pc:sldMk cId="3138881552" sldId="271"/>
        </pc:sldMkLst>
      </pc:sldChg>
      <pc:sldChg chg="modSp mod">
        <pc:chgData name="FRANCESCO MARIA TORINO" userId="34a0d49b-5219-4775-9879-2b7012d14a9a" providerId="ADAL" clId="{F93F12C3-B242-AD46-BD69-7C79EEB010A1}" dt="2025-06-09T17:02:37.343" v="1143" actId="20577"/>
        <pc:sldMkLst>
          <pc:docMk/>
          <pc:sldMk cId="1909470193" sldId="273"/>
        </pc:sldMkLst>
        <pc:spChg chg="mod">
          <ac:chgData name="FRANCESCO MARIA TORINO" userId="34a0d49b-5219-4775-9879-2b7012d14a9a" providerId="ADAL" clId="{F93F12C3-B242-AD46-BD69-7C79EEB010A1}" dt="2025-06-09T17:02:37.343" v="1143" actId="20577"/>
          <ac:spMkLst>
            <pc:docMk/>
            <pc:sldMk cId="1909470193" sldId="273"/>
            <ac:spMk id="220" creationId="{A633A682-B89F-B408-90E7-FF5E07DE703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2.059" v="1146" actId="20577"/>
        <pc:sldMkLst>
          <pc:docMk/>
          <pc:sldMk cId="1831875767" sldId="274"/>
        </pc:sldMkLst>
        <pc:spChg chg="mod">
          <ac:chgData name="FRANCESCO MARIA TORINO" userId="34a0d49b-5219-4775-9879-2b7012d14a9a" providerId="ADAL" clId="{F93F12C3-B242-AD46-BD69-7C79EEB010A1}" dt="2025-06-09T17:02:42.059" v="1146" actId="20577"/>
          <ac:spMkLst>
            <pc:docMk/>
            <pc:sldMk cId="1831875767" sldId="274"/>
            <ac:spMk id="220" creationId="{2D66C0F7-0356-01EA-86BD-488262E95401}"/>
          </ac:spMkLst>
        </pc:spChg>
      </pc:sldChg>
      <pc:sldChg chg="del">
        <pc:chgData name="FRANCESCO MARIA TORINO" userId="34a0d49b-5219-4775-9879-2b7012d14a9a" providerId="ADAL" clId="{F93F12C3-B242-AD46-BD69-7C79EEB010A1}" dt="2025-06-06T10:10:28.792" v="6" actId="2696"/>
        <pc:sldMkLst>
          <pc:docMk/>
          <pc:sldMk cId="3772189574" sldId="275"/>
        </pc:sldMkLst>
      </pc:sldChg>
      <pc:sldChg chg="modSp mod">
        <pc:chgData name="FRANCESCO MARIA TORINO" userId="34a0d49b-5219-4775-9879-2b7012d14a9a" providerId="ADAL" clId="{F93F12C3-B242-AD46-BD69-7C79EEB010A1}" dt="2025-06-09T17:04:18.368" v="1209" actId="20577"/>
        <pc:sldMkLst>
          <pc:docMk/>
          <pc:sldMk cId="3116586205" sldId="277"/>
        </pc:sldMkLst>
        <pc:spChg chg="mod">
          <ac:chgData name="FRANCESCO MARIA TORINO" userId="34a0d49b-5219-4775-9879-2b7012d14a9a" providerId="ADAL" clId="{F93F12C3-B242-AD46-BD69-7C79EEB010A1}" dt="2025-06-09T17:04:18.368" v="1209" actId="20577"/>
          <ac:spMkLst>
            <pc:docMk/>
            <pc:sldMk cId="3116586205" sldId="277"/>
            <ac:spMk id="237" creationId="{314984D0-587D-2929-4925-B181DBFA09F5}"/>
          </ac:spMkLst>
        </pc:spChg>
      </pc:sldChg>
      <pc:sldChg chg="addSp delSp modSp del mod">
        <pc:chgData name="FRANCESCO MARIA TORINO" userId="34a0d49b-5219-4775-9879-2b7012d14a9a" providerId="ADAL" clId="{F93F12C3-B242-AD46-BD69-7C79EEB010A1}" dt="2025-06-09T18:17:22.957" v="1648" actId="2696"/>
        <pc:sldMkLst>
          <pc:docMk/>
          <pc:sldMk cId="3584648600" sldId="280"/>
        </pc:sldMkLst>
      </pc:sldChg>
      <pc:sldChg chg="modSp mod">
        <pc:chgData name="FRANCESCO MARIA TORINO" userId="34a0d49b-5219-4775-9879-2b7012d14a9a" providerId="ADAL" clId="{F93F12C3-B242-AD46-BD69-7C79EEB010A1}" dt="2025-06-09T17:03:26.759" v="1173" actId="20577"/>
        <pc:sldMkLst>
          <pc:docMk/>
          <pc:sldMk cId="2799825697" sldId="281"/>
        </pc:sldMkLst>
        <pc:spChg chg="mod">
          <ac:chgData name="FRANCESCO MARIA TORINO" userId="34a0d49b-5219-4775-9879-2b7012d14a9a" providerId="ADAL" clId="{F93F12C3-B242-AD46-BD69-7C79EEB010A1}" dt="2025-06-09T17:03:26.759" v="1173" actId="20577"/>
          <ac:spMkLst>
            <pc:docMk/>
            <pc:sldMk cId="2799825697" sldId="281"/>
            <ac:spMk id="237" creationId="{2C315EB1-428D-2CF8-9C2E-F1C048A678D3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3:31.252" v="1176" actId="20577"/>
        <pc:sldMkLst>
          <pc:docMk/>
          <pc:sldMk cId="1161251246" sldId="282"/>
        </pc:sldMkLst>
        <pc:spChg chg="mod">
          <ac:chgData name="FRANCESCO MARIA TORINO" userId="34a0d49b-5219-4775-9879-2b7012d14a9a" providerId="ADAL" clId="{F93F12C3-B242-AD46-BD69-7C79EEB010A1}" dt="2025-06-09T17:03:31.252" v="1176" actId="20577"/>
          <ac:spMkLst>
            <pc:docMk/>
            <pc:sldMk cId="1161251246" sldId="282"/>
            <ac:spMk id="237" creationId="{44D17676-3919-4F42-FD73-AEC972C6CCE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7.187" v="3214" actId="2696"/>
        <pc:sldMkLst>
          <pc:docMk/>
          <pc:sldMk cId="2925494781" sldId="283"/>
        </pc:sldMkLst>
        <pc:spChg chg="mod">
          <ac:chgData name="FRANCESCO MARIA TORINO" userId="34a0d49b-5219-4775-9879-2b7012d14a9a" providerId="ADAL" clId="{F93F12C3-B242-AD46-BD69-7C79EEB010A1}" dt="2025-06-09T17:03:35.965" v="1179" actId="20577"/>
          <ac:spMkLst>
            <pc:docMk/>
            <pc:sldMk cId="2925494781" sldId="283"/>
            <ac:spMk id="237" creationId="{27DD9B86-387F-0527-F40B-2B2B44748CD9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0.099" v="3216" actId="2696"/>
        <pc:sldMkLst>
          <pc:docMk/>
          <pc:sldMk cId="442202718" sldId="285"/>
        </pc:sldMkLst>
        <pc:spChg chg="mod">
          <ac:chgData name="FRANCESCO MARIA TORINO" userId="34a0d49b-5219-4775-9879-2b7012d14a9a" providerId="ADAL" clId="{F93F12C3-B242-AD46-BD69-7C79EEB010A1}" dt="2025-06-09T17:03:44.543" v="1185" actId="20577"/>
          <ac:spMkLst>
            <pc:docMk/>
            <pc:sldMk cId="442202718" sldId="285"/>
            <ac:spMk id="237" creationId="{BCF535DA-FF95-4450-F7E0-2F098F6B8B32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08.763" v="3215" actId="2696"/>
        <pc:sldMkLst>
          <pc:docMk/>
          <pc:sldMk cId="1003845412" sldId="286"/>
        </pc:sldMkLst>
        <pc:spChg chg="mod">
          <ac:chgData name="FRANCESCO MARIA TORINO" userId="34a0d49b-5219-4775-9879-2b7012d14a9a" providerId="ADAL" clId="{F93F12C3-B242-AD46-BD69-7C79EEB010A1}" dt="2025-06-09T17:03:40.143" v="1182" actId="20577"/>
          <ac:spMkLst>
            <pc:docMk/>
            <pc:sldMk cId="1003845412" sldId="286"/>
            <ac:spMk id="237" creationId="{E6B66E3E-C7C0-547B-E45A-F8386145DCCC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1.084" v="3217" actId="2696"/>
        <pc:sldMkLst>
          <pc:docMk/>
          <pc:sldMk cId="3372366951" sldId="287"/>
        </pc:sldMkLst>
        <pc:spChg chg="mod">
          <ac:chgData name="FRANCESCO MARIA TORINO" userId="34a0d49b-5219-4775-9879-2b7012d14a9a" providerId="ADAL" clId="{F93F12C3-B242-AD46-BD69-7C79EEB010A1}" dt="2025-06-09T17:03:48.702" v="1188" actId="20577"/>
          <ac:spMkLst>
            <pc:docMk/>
            <pc:sldMk cId="3372366951" sldId="287"/>
            <ac:spMk id="237" creationId="{AB0EC9FE-9296-09C3-D173-434ECC8453FE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067" v="3218" actId="2696"/>
        <pc:sldMkLst>
          <pc:docMk/>
          <pc:sldMk cId="1401141599" sldId="288"/>
        </pc:sldMkLst>
        <pc:spChg chg="mod">
          <ac:chgData name="FRANCESCO MARIA TORINO" userId="34a0d49b-5219-4775-9879-2b7012d14a9a" providerId="ADAL" clId="{F93F12C3-B242-AD46-BD69-7C79EEB010A1}" dt="2025-06-09T17:03:53.709" v="1191" actId="20577"/>
          <ac:spMkLst>
            <pc:docMk/>
            <pc:sldMk cId="1401141599" sldId="288"/>
            <ac:spMk id="237" creationId="{72CB5477-C3FC-221B-E8D4-B09F97EDCD3F}"/>
          </ac:spMkLst>
        </pc:spChg>
      </pc:sldChg>
      <pc:sldChg chg="modSp del mod">
        <pc:chgData name="FRANCESCO MARIA TORINO" userId="34a0d49b-5219-4775-9879-2b7012d14a9a" providerId="ADAL" clId="{F93F12C3-B242-AD46-BD69-7C79EEB010A1}" dt="2025-06-12T08:12:12.521" v="3219" actId="2696"/>
        <pc:sldMkLst>
          <pc:docMk/>
          <pc:sldMk cId="2264291606" sldId="289"/>
        </pc:sldMkLst>
        <pc:spChg chg="mod">
          <ac:chgData name="FRANCESCO MARIA TORINO" userId="34a0d49b-5219-4775-9879-2b7012d14a9a" providerId="ADAL" clId="{F93F12C3-B242-AD46-BD69-7C79EEB010A1}" dt="2025-06-09T17:03:58.301" v="1194" actId="20577"/>
          <ac:spMkLst>
            <pc:docMk/>
            <pc:sldMk cId="2264291606" sldId="289"/>
            <ac:spMk id="237" creationId="{CD01D021-24EB-9158-023C-AF8DD8F7DF89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2.286" v="1197" actId="20577"/>
        <pc:sldMkLst>
          <pc:docMk/>
          <pc:sldMk cId="552862991" sldId="290"/>
        </pc:sldMkLst>
        <pc:spChg chg="mod">
          <ac:chgData name="FRANCESCO MARIA TORINO" userId="34a0d49b-5219-4775-9879-2b7012d14a9a" providerId="ADAL" clId="{F93F12C3-B242-AD46-BD69-7C79EEB010A1}" dt="2025-06-09T17:04:02.286" v="1197" actId="20577"/>
          <ac:spMkLst>
            <pc:docMk/>
            <pc:sldMk cId="552862991" sldId="290"/>
            <ac:spMk id="237" creationId="{F3B6DF70-6A4F-D198-9FC7-744017BD1B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06.754" v="1200" actId="20577"/>
        <pc:sldMkLst>
          <pc:docMk/>
          <pc:sldMk cId="1508285006" sldId="292"/>
        </pc:sldMkLst>
        <pc:spChg chg="mod">
          <ac:chgData name="FRANCESCO MARIA TORINO" userId="34a0d49b-5219-4775-9879-2b7012d14a9a" providerId="ADAL" clId="{F93F12C3-B242-AD46-BD69-7C79EEB010A1}" dt="2025-06-09T17:04:06.754" v="1200" actId="20577"/>
          <ac:spMkLst>
            <pc:docMk/>
            <pc:sldMk cId="1508285006" sldId="292"/>
            <ac:spMk id="237" creationId="{9FD7EF0F-C24E-0383-1347-9478B6B58CEC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0.780" v="1203" actId="20577"/>
        <pc:sldMkLst>
          <pc:docMk/>
          <pc:sldMk cId="1666482300" sldId="293"/>
        </pc:sldMkLst>
        <pc:spChg chg="mod">
          <ac:chgData name="FRANCESCO MARIA TORINO" userId="34a0d49b-5219-4775-9879-2b7012d14a9a" providerId="ADAL" clId="{F93F12C3-B242-AD46-BD69-7C79EEB010A1}" dt="2025-06-09T17:04:10.780" v="1203" actId="20577"/>
          <ac:spMkLst>
            <pc:docMk/>
            <pc:sldMk cId="1666482300" sldId="293"/>
            <ac:spMk id="237" creationId="{B9890C32-06B8-FC3A-CAA2-C6BF09ABC95A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4:14.202" v="1206" actId="20577"/>
        <pc:sldMkLst>
          <pc:docMk/>
          <pc:sldMk cId="638409052" sldId="294"/>
        </pc:sldMkLst>
        <pc:spChg chg="mod">
          <ac:chgData name="FRANCESCO MARIA TORINO" userId="34a0d49b-5219-4775-9879-2b7012d14a9a" providerId="ADAL" clId="{F93F12C3-B242-AD46-BD69-7C79EEB010A1}" dt="2025-06-09T17:04:14.202" v="1206" actId="20577"/>
          <ac:spMkLst>
            <pc:docMk/>
            <pc:sldMk cId="638409052" sldId="294"/>
            <ac:spMk id="237" creationId="{62BE46B8-BA88-058D-A680-B4AC2700FE64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46.496" v="1149" actId="20577"/>
        <pc:sldMkLst>
          <pc:docMk/>
          <pc:sldMk cId="2871947140" sldId="295"/>
        </pc:sldMkLst>
        <pc:spChg chg="mod">
          <ac:chgData name="FRANCESCO MARIA TORINO" userId="34a0d49b-5219-4775-9879-2b7012d14a9a" providerId="ADAL" clId="{F93F12C3-B242-AD46-BD69-7C79EEB010A1}" dt="2025-06-09T17:02:46.496" v="1149" actId="20577"/>
          <ac:spMkLst>
            <pc:docMk/>
            <pc:sldMk cId="2871947140" sldId="295"/>
            <ac:spMk id="220" creationId="{01B03C95-E5A3-3355-6BEB-4890C4BAF638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0.858" v="1152" actId="20577"/>
        <pc:sldMkLst>
          <pc:docMk/>
          <pc:sldMk cId="746687068" sldId="296"/>
        </pc:sldMkLst>
        <pc:spChg chg="mod">
          <ac:chgData name="FRANCESCO MARIA TORINO" userId="34a0d49b-5219-4775-9879-2b7012d14a9a" providerId="ADAL" clId="{F93F12C3-B242-AD46-BD69-7C79EEB010A1}" dt="2025-06-09T17:02:50.858" v="1152" actId="20577"/>
          <ac:spMkLst>
            <pc:docMk/>
            <pc:sldMk cId="746687068" sldId="296"/>
            <ac:spMk id="220" creationId="{FD17F832-DA1D-4776-C5E6-469C954ED3C1}"/>
          </ac:spMkLst>
        </pc:spChg>
      </pc:sldChg>
      <pc:sldChg chg="modSp mod">
        <pc:chgData name="FRANCESCO MARIA TORINO" userId="34a0d49b-5219-4775-9879-2b7012d14a9a" providerId="ADAL" clId="{F93F12C3-B242-AD46-BD69-7C79EEB010A1}" dt="2025-06-09T17:02:54.843" v="1155" actId="20577"/>
        <pc:sldMkLst>
          <pc:docMk/>
          <pc:sldMk cId="1373631670" sldId="297"/>
        </pc:sldMkLst>
        <pc:spChg chg="mod">
          <ac:chgData name="FRANCESCO MARIA TORINO" userId="34a0d49b-5219-4775-9879-2b7012d14a9a" providerId="ADAL" clId="{F93F12C3-B242-AD46-BD69-7C79EEB010A1}" dt="2025-06-09T17:02:54.843" v="1155" actId="20577"/>
          <ac:spMkLst>
            <pc:docMk/>
            <pc:sldMk cId="1373631670" sldId="297"/>
            <ac:spMk id="220" creationId="{82C081A1-741D-2FA2-6C5D-D270F334360D}"/>
          </ac:spMkLst>
        </pc:spChg>
      </pc:sldChg>
      <pc:sldChg chg="modSp mod">
        <pc:chgData name="FRANCESCO MARIA TORINO" userId="34a0d49b-5219-4775-9879-2b7012d14a9a" providerId="ADAL" clId="{F93F12C3-B242-AD46-BD69-7C79EEB010A1}" dt="2025-06-11T08:38:34.239" v="3209" actId="313"/>
        <pc:sldMkLst>
          <pc:docMk/>
          <pc:sldMk cId="2836561586" sldId="298"/>
        </pc:sldMkLst>
        <pc:spChg chg="mod">
          <ac:chgData name="FRANCESCO MARIA TORINO" userId="34a0d49b-5219-4775-9879-2b7012d14a9a" providerId="ADAL" clId="{F93F12C3-B242-AD46-BD69-7C79EEB010A1}" dt="2025-06-11T08:38:34.239" v="3209" actId="313"/>
          <ac:spMkLst>
            <pc:docMk/>
            <pc:sldMk cId="2836561586" sldId="298"/>
            <ac:spMk id="3" creationId="{A97F5954-A03C-628E-9DF3-6347D6B3EDEB}"/>
          </ac:spMkLst>
        </pc:spChg>
        <pc:spChg chg="mod">
          <ac:chgData name="FRANCESCO MARIA TORINO" userId="34a0d49b-5219-4775-9879-2b7012d14a9a" providerId="ADAL" clId="{F93F12C3-B242-AD46-BD69-7C79EEB010A1}" dt="2025-06-09T17:04:22.129" v="1212" actId="20577"/>
          <ac:spMkLst>
            <pc:docMk/>
            <pc:sldMk cId="2836561586" sldId="298"/>
            <ac:spMk id="237" creationId="{4F3C5D02-3107-9E28-9E7D-1CBAB7BD61AD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09T17:01:34.946" v="1103" actId="20577"/>
        <pc:sldMkLst>
          <pc:docMk/>
          <pc:sldMk cId="1078486313" sldId="299"/>
        </pc:sldMkLst>
        <pc:spChg chg="mod">
          <ac:chgData name="FRANCESCO MARIA TORINO" userId="34a0d49b-5219-4775-9879-2b7012d14a9a" providerId="ADAL" clId="{F93F12C3-B242-AD46-BD69-7C79EEB010A1}" dt="2025-06-09T17:01:34.946" v="1103" actId="20577"/>
          <ac:spMkLst>
            <pc:docMk/>
            <pc:sldMk cId="1078486313" sldId="299"/>
            <ac:spMk id="132" creationId="{D0644095-5DD7-84A3-FCAC-D7FA4224084E}"/>
          </ac:spMkLst>
        </pc:spChg>
        <pc:spChg chg="mod">
          <ac:chgData name="FRANCESCO MARIA TORINO" userId="34a0d49b-5219-4775-9879-2b7012d14a9a" providerId="ADAL" clId="{F93F12C3-B242-AD46-BD69-7C79EEB010A1}" dt="2025-06-09T16:18:21.175" v="263" actId="20577"/>
          <ac:spMkLst>
            <pc:docMk/>
            <pc:sldMk cId="1078486313" sldId="299"/>
            <ac:spMk id="138" creationId="{D484A0D9-49F5-670C-5DA9-78580215A00C}"/>
          </ac:spMkLst>
        </pc:spChg>
        <pc:spChg chg="mod">
          <ac:chgData name="FRANCESCO MARIA TORINO" userId="34a0d49b-5219-4775-9879-2b7012d14a9a" providerId="ADAL" clId="{F93F12C3-B242-AD46-BD69-7C79EEB010A1}" dt="2025-06-09T16:15:22.122" v="33" actId="20577"/>
          <ac:spMkLst>
            <pc:docMk/>
            <pc:sldMk cId="1078486313" sldId="299"/>
            <ac:spMk id="139" creationId="{B4B3D997-D309-740A-4771-79C7E52964D5}"/>
          </ac:spMkLst>
        </pc:spChg>
      </pc:sldChg>
      <pc:sldChg chg="addSp delSp modSp add mod">
        <pc:chgData name="FRANCESCO MARIA TORINO" userId="34a0d49b-5219-4775-9879-2b7012d14a9a" providerId="ADAL" clId="{F93F12C3-B242-AD46-BD69-7C79EEB010A1}" dt="2025-06-10T17:24:08.221" v="2210" actId="20577"/>
        <pc:sldMkLst>
          <pc:docMk/>
          <pc:sldMk cId="3033972534" sldId="300"/>
        </pc:sldMkLst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5" creationId="{CAC8461D-EF1E-E958-324B-25C319B29DE7}"/>
          </ac:spMkLst>
        </pc:spChg>
        <pc:spChg chg="add mod">
          <ac:chgData name="FRANCESCO MARIA TORINO" userId="34a0d49b-5219-4775-9879-2b7012d14a9a" providerId="ADAL" clId="{F93F12C3-B242-AD46-BD69-7C79EEB010A1}" dt="2025-06-09T16:29:23.027" v="376" actId="1076"/>
          <ac:spMkLst>
            <pc:docMk/>
            <pc:sldMk cId="3033972534" sldId="300"/>
            <ac:spMk id="6" creationId="{D25B1C5E-D8C3-50CB-2CEF-095243B8A11C}"/>
          </ac:spMkLst>
        </pc:spChg>
        <pc:spChg chg="add mod">
          <ac:chgData name="FRANCESCO MARIA TORINO" userId="34a0d49b-5219-4775-9879-2b7012d14a9a" providerId="ADAL" clId="{F93F12C3-B242-AD46-BD69-7C79EEB010A1}" dt="2025-06-09T16:32:41.393" v="408" actId="208"/>
          <ac:spMkLst>
            <pc:docMk/>
            <pc:sldMk cId="3033972534" sldId="300"/>
            <ac:spMk id="15" creationId="{95D3D97C-CF31-35C8-1A48-3B1ED3B81431}"/>
          </ac:spMkLst>
        </pc:spChg>
        <pc:spChg chg="add mod">
          <ac:chgData name="FRANCESCO MARIA TORINO" userId="34a0d49b-5219-4775-9879-2b7012d14a9a" providerId="ADAL" clId="{F93F12C3-B242-AD46-BD69-7C79EEB010A1}" dt="2025-06-09T16:32:46.274" v="409" actId="208"/>
          <ac:spMkLst>
            <pc:docMk/>
            <pc:sldMk cId="3033972534" sldId="300"/>
            <ac:spMk id="19" creationId="{6370897C-C26C-6BEA-19F5-9859784BE86F}"/>
          </ac:spMkLst>
        </pc:spChg>
        <pc:spChg chg="add mod">
          <ac:chgData name="FRANCESCO MARIA TORINO" userId="34a0d49b-5219-4775-9879-2b7012d14a9a" providerId="ADAL" clId="{F93F12C3-B242-AD46-BD69-7C79EEB010A1}" dt="2025-06-09T16:32:51.160" v="410" actId="208"/>
          <ac:spMkLst>
            <pc:docMk/>
            <pc:sldMk cId="3033972534" sldId="300"/>
            <ac:spMk id="20" creationId="{7876FE6F-88F7-C207-107D-284B3DB6A90B}"/>
          </ac:spMkLst>
        </pc:spChg>
        <pc:spChg chg="mod">
          <ac:chgData name="FRANCESCO MARIA TORINO" userId="34a0d49b-5219-4775-9879-2b7012d14a9a" providerId="ADAL" clId="{F93F12C3-B242-AD46-BD69-7C79EEB010A1}" dt="2025-06-10T17:06:23.578" v="1712" actId="20577"/>
          <ac:spMkLst>
            <pc:docMk/>
            <pc:sldMk cId="3033972534" sldId="300"/>
            <ac:spMk id="131" creationId="{94AF943E-F2D2-BBFE-8FE2-B43D9024DB54}"/>
          </ac:spMkLst>
        </pc:spChg>
        <pc:spChg chg="mod">
          <ac:chgData name="FRANCESCO MARIA TORINO" userId="34a0d49b-5219-4775-9879-2b7012d14a9a" providerId="ADAL" clId="{F93F12C3-B242-AD46-BD69-7C79EEB010A1}" dt="2025-06-09T17:01:39.680" v="1106" actId="20577"/>
          <ac:spMkLst>
            <pc:docMk/>
            <pc:sldMk cId="3033972534" sldId="300"/>
            <ac:spMk id="132" creationId="{A0FA4090-90AA-F5E3-A0B4-726D5E4CC1DA}"/>
          </ac:spMkLst>
        </pc:spChg>
        <pc:spChg chg="mod">
          <ac:chgData name="FRANCESCO MARIA TORINO" userId="34a0d49b-5219-4775-9879-2b7012d14a9a" providerId="ADAL" clId="{F93F12C3-B242-AD46-BD69-7C79EEB010A1}" dt="2025-06-10T17:24:08.221" v="2210" actId="20577"/>
          <ac:spMkLst>
            <pc:docMk/>
            <pc:sldMk cId="3033972534" sldId="300"/>
            <ac:spMk id="139" creationId="{02E9D293-B737-1400-7FE8-00B833899809}"/>
          </ac:spMkLst>
        </pc:sp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4" creationId="{9C5DF233-A111-0174-3270-367B097648DF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8" creationId="{7E390009-5F69-25C4-7205-E89EF76E68D1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9" creationId="{672678A9-5EBF-395F-4AE1-E34EDF180FA4}"/>
          </ac:picMkLst>
        </pc:picChg>
        <pc:picChg chg="add mod">
          <ac:chgData name="FRANCESCO MARIA TORINO" userId="34a0d49b-5219-4775-9879-2b7012d14a9a" providerId="ADAL" clId="{F93F12C3-B242-AD46-BD69-7C79EEB010A1}" dt="2025-06-09T16:29:23.027" v="376" actId="1076"/>
          <ac:picMkLst>
            <pc:docMk/>
            <pc:sldMk cId="3033972534" sldId="300"/>
            <ac:picMk id="11" creationId="{10D3CE0A-B6F7-39CA-9CEA-A9B005049947}"/>
          </ac:picMkLst>
        </pc:picChg>
        <pc:picChg chg="add mod">
          <ac:chgData name="FRANCESCO MARIA TORINO" userId="34a0d49b-5219-4775-9879-2b7012d14a9a" providerId="ADAL" clId="{F93F12C3-B242-AD46-BD69-7C79EEB010A1}" dt="2025-06-09T16:30:19.707" v="387" actId="1076"/>
          <ac:picMkLst>
            <pc:docMk/>
            <pc:sldMk cId="3033972534" sldId="300"/>
            <ac:picMk id="14" creationId="{E9C2B595-202A-BF2A-62DC-053C8A353FB7}"/>
          </ac:picMkLst>
        </pc:picChg>
        <pc:picChg chg="add mod">
          <ac:chgData name="FRANCESCO MARIA TORINO" userId="34a0d49b-5219-4775-9879-2b7012d14a9a" providerId="ADAL" clId="{F93F12C3-B242-AD46-BD69-7C79EEB010A1}" dt="2025-06-09T16:31:01.514" v="395" actId="1076"/>
          <ac:picMkLst>
            <pc:docMk/>
            <pc:sldMk cId="3033972534" sldId="300"/>
            <ac:picMk id="18" creationId="{24B90D45-ADB6-5DEA-3DBB-C404B5A0D3FE}"/>
          </ac:picMkLst>
        </pc:picChg>
        <pc:picChg chg="add mod">
          <ac:chgData name="FRANCESCO MARIA TORINO" userId="34a0d49b-5219-4775-9879-2b7012d14a9a" providerId="ADAL" clId="{F93F12C3-B242-AD46-BD69-7C79EEB010A1}" dt="2025-06-09T16:34:06.974" v="423" actId="1076"/>
          <ac:picMkLst>
            <pc:docMk/>
            <pc:sldMk cId="3033972534" sldId="300"/>
            <ac:picMk id="22" creationId="{93FE52D4-F714-0035-2A34-6053BC818F68}"/>
          </ac:picMkLst>
        </pc:picChg>
        <pc:picChg chg="add mod">
          <ac:chgData name="FRANCESCO MARIA TORINO" userId="34a0d49b-5219-4775-9879-2b7012d14a9a" providerId="ADAL" clId="{F93F12C3-B242-AD46-BD69-7C79EEB010A1}" dt="2025-06-09T16:34:01.206" v="421" actId="1076"/>
          <ac:picMkLst>
            <pc:docMk/>
            <pc:sldMk cId="3033972534" sldId="300"/>
            <ac:picMk id="24" creationId="{290DC5A4-47DB-7818-F93D-E9004046D5BA}"/>
          </ac:picMkLst>
        </pc:picChg>
        <pc:picChg chg="add mod">
          <ac:chgData name="FRANCESCO MARIA TORINO" userId="34a0d49b-5219-4775-9879-2b7012d14a9a" providerId="ADAL" clId="{F93F12C3-B242-AD46-BD69-7C79EEB010A1}" dt="2025-06-09T16:33:58.566" v="420" actId="1076"/>
          <ac:picMkLst>
            <pc:docMk/>
            <pc:sldMk cId="3033972534" sldId="300"/>
            <ac:picMk id="26" creationId="{22111494-87BA-6620-4E71-15C846CEFC2E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17:06:33.495" v="1734" actId="20577"/>
        <pc:sldMkLst>
          <pc:docMk/>
          <pc:sldMk cId="1811442025" sldId="301"/>
        </pc:sldMkLst>
        <pc:spChg chg="mod">
          <ac:chgData name="FRANCESCO MARIA TORINO" userId="34a0d49b-5219-4775-9879-2b7012d14a9a" providerId="ADAL" clId="{F93F12C3-B242-AD46-BD69-7C79EEB010A1}" dt="2025-06-09T16:35:42.728" v="439" actId="14100"/>
          <ac:spMkLst>
            <pc:docMk/>
            <pc:sldMk cId="1811442025" sldId="301"/>
            <ac:spMk id="5" creationId="{531A5BD1-7878-DBEF-20BC-C7B855B08408}"/>
          </ac:spMkLst>
        </pc:spChg>
        <pc:spChg chg="add mod">
          <ac:chgData name="FRANCESCO MARIA TORINO" userId="34a0d49b-5219-4775-9879-2b7012d14a9a" providerId="ADAL" clId="{F93F12C3-B242-AD46-BD69-7C79EEB010A1}" dt="2025-06-09T17:17:55.320" v="1408" actId="20577"/>
          <ac:spMkLst>
            <pc:docMk/>
            <pc:sldMk cId="1811442025" sldId="301"/>
            <ac:spMk id="25" creationId="{1767642D-BF2A-749A-242A-246FB688AD75}"/>
          </ac:spMkLst>
        </pc:spChg>
        <pc:spChg chg="mod">
          <ac:chgData name="FRANCESCO MARIA TORINO" userId="34a0d49b-5219-4775-9879-2b7012d14a9a" providerId="ADAL" clId="{F93F12C3-B242-AD46-BD69-7C79EEB010A1}" dt="2025-06-10T17:06:33.495" v="1734" actId="20577"/>
          <ac:spMkLst>
            <pc:docMk/>
            <pc:sldMk cId="1811442025" sldId="301"/>
            <ac:spMk id="131" creationId="{FAEF29A5-69B5-1D38-6EC2-57CBB608620F}"/>
          </ac:spMkLst>
        </pc:spChg>
        <pc:spChg chg="mod">
          <ac:chgData name="FRANCESCO MARIA TORINO" userId="34a0d49b-5219-4775-9879-2b7012d14a9a" providerId="ADAL" clId="{F93F12C3-B242-AD46-BD69-7C79EEB010A1}" dt="2025-06-09T17:01:46.604" v="1111" actId="20577"/>
          <ac:spMkLst>
            <pc:docMk/>
            <pc:sldMk cId="1811442025" sldId="301"/>
            <ac:spMk id="132" creationId="{DFED8910-B3B2-F0C1-4A14-BB4365A3F2DB}"/>
          </ac:spMkLst>
        </pc:spChg>
        <pc:spChg chg="mod">
          <ac:chgData name="FRANCESCO MARIA TORINO" userId="34a0d49b-5219-4775-9879-2b7012d14a9a" providerId="ADAL" clId="{F93F12C3-B242-AD46-BD69-7C79EEB010A1}" dt="2025-06-09T17:11:24.240" v="1297" actId="1076"/>
          <ac:spMkLst>
            <pc:docMk/>
            <pc:sldMk cId="1811442025" sldId="301"/>
            <ac:spMk id="139" creationId="{9FA67CC5-A691-F130-3846-1C8436FE9368}"/>
          </ac:spMkLst>
        </pc:spChg>
        <pc:picChg chg="add mod">
          <ac:chgData name="FRANCESCO MARIA TORINO" userId="34a0d49b-5219-4775-9879-2b7012d14a9a" providerId="ADAL" clId="{F93F12C3-B242-AD46-BD69-7C79EEB010A1}" dt="2025-06-09T17:14:03.956" v="1320" actId="1076"/>
          <ac:picMkLst>
            <pc:docMk/>
            <pc:sldMk cId="1811442025" sldId="301"/>
            <ac:picMk id="23" creationId="{76C3346A-9422-DB48-94DC-CCBD2DD03AFF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09T17:17:13.141" v="1379" actId="1076"/>
        <pc:sldMkLst>
          <pc:docMk/>
          <pc:sldMk cId="1439483489" sldId="302"/>
        </pc:sldMkLst>
      </pc:sldChg>
      <pc:sldChg chg="modSp add mod ord">
        <pc:chgData name="FRANCESCO MARIA TORINO" userId="34a0d49b-5219-4775-9879-2b7012d14a9a" providerId="ADAL" clId="{F93F12C3-B242-AD46-BD69-7C79EEB010A1}" dt="2025-06-09T17:14:31.409" v="1332"/>
        <pc:sldMkLst>
          <pc:docMk/>
          <pc:sldMk cId="4129929411" sldId="303"/>
        </pc:sldMkLst>
      </pc:sldChg>
      <pc:sldChg chg="addSp delSp modSp add mod">
        <pc:chgData name="FRANCESCO MARIA TORINO" userId="34a0d49b-5219-4775-9879-2b7012d14a9a" providerId="ADAL" clId="{F93F12C3-B242-AD46-BD69-7C79EEB010A1}" dt="2025-06-09T17:17:03.356" v="1378" actId="1076"/>
        <pc:sldMkLst>
          <pc:docMk/>
          <pc:sldMk cId="3653600856" sldId="304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40.328" v="1335"/>
        <pc:sldMkLst>
          <pc:docMk/>
          <pc:sldMk cId="4021551348" sldId="305"/>
        </pc:sldMkLst>
      </pc:sldChg>
      <pc:sldChg chg="addSp delSp modSp add mod ord">
        <pc:chgData name="FRANCESCO MARIA TORINO" userId="34a0d49b-5219-4775-9879-2b7012d14a9a" providerId="ADAL" clId="{F93F12C3-B242-AD46-BD69-7C79EEB010A1}" dt="2025-06-09T17:14:37.656" v="1334"/>
        <pc:sldMkLst>
          <pc:docMk/>
          <pc:sldMk cId="3775568194" sldId="306"/>
        </pc:sldMkLst>
      </pc:sldChg>
      <pc:sldChg chg="modSp add mod ord">
        <pc:chgData name="FRANCESCO MARIA TORINO" userId="34a0d49b-5219-4775-9879-2b7012d14a9a" providerId="ADAL" clId="{F93F12C3-B242-AD46-BD69-7C79EEB010A1}" dt="2025-06-09T17:14:42.588" v="1336"/>
        <pc:sldMkLst>
          <pc:docMk/>
          <pc:sldMk cId="2896226816" sldId="307"/>
        </pc:sldMkLst>
      </pc:sldChg>
      <pc:sldChg chg="addSp delSp modSp add mod">
        <pc:chgData name="FRANCESCO MARIA TORINO" userId="34a0d49b-5219-4775-9879-2b7012d14a9a" providerId="ADAL" clId="{F93F12C3-B242-AD46-BD69-7C79EEB010A1}" dt="2025-06-10T09:10:28.841" v="1664" actId="20577"/>
        <pc:sldMkLst>
          <pc:docMk/>
          <pc:sldMk cId="3878454640" sldId="308"/>
        </pc:sldMkLst>
      </pc:sldChg>
      <pc:sldChg chg="modSp add mod">
        <pc:chgData name="FRANCESCO MARIA TORINO" userId="34a0d49b-5219-4775-9879-2b7012d14a9a" providerId="ADAL" clId="{F93F12C3-B242-AD46-BD69-7C79EEB010A1}" dt="2025-06-09T17:14:25.273" v="1330"/>
        <pc:sldMkLst>
          <pc:docMk/>
          <pc:sldMk cId="1618289684" sldId="309"/>
        </pc:sldMkLst>
      </pc:sldChg>
      <pc:sldChg chg="addSp delSp modSp add mod ord">
        <pc:chgData name="FRANCESCO MARIA TORINO" userId="34a0d49b-5219-4775-9879-2b7012d14a9a" providerId="ADAL" clId="{F93F12C3-B242-AD46-BD69-7C79EEB010A1}" dt="2025-06-10T17:12:19.244" v="1931"/>
        <pc:sldMkLst>
          <pc:docMk/>
          <pc:sldMk cId="3640583560" sldId="310"/>
        </pc:sldMkLst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4" creationId="{E9CB6533-F910-31B9-7B0A-29ECB02ABE4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7" creationId="{F7D4CAE6-7B0A-039C-F81A-A54D3FC79A81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8" creationId="{12B0B01F-11DD-8BA8-A801-9A4B7C38827A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9" creationId="{8294FAE7-A8C0-ABE4-4DF9-9F21340D4205}"/>
          </ac:spMkLst>
        </pc:spChg>
        <pc:spChg chg="add mod">
          <ac:chgData name="FRANCESCO MARIA TORINO" userId="34a0d49b-5219-4775-9879-2b7012d14a9a" providerId="ADAL" clId="{F93F12C3-B242-AD46-BD69-7C79EEB010A1}" dt="2025-06-10T17:12:19.244" v="1931"/>
          <ac:spMkLst>
            <pc:docMk/>
            <pc:sldMk cId="3640583560" sldId="310"/>
            <ac:spMk id="10" creationId="{FCDB7BF0-A2FC-E036-BD11-D03E29506E4C}"/>
          </ac:spMkLst>
        </pc:spChg>
        <pc:spChg chg="mod">
          <ac:chgData name="FRANCESCO MARIA TORINO" userId="34a0d49b-5219-4775-9879-2b7012d14a9a" providerId="ADAL" clId="{F93F12C3-B242-AD46-BD69-7C79EEB010A1}" dt="2025-06-10T17:06:39.601" v="1736" actId="20577"/>
          <ac:spMkLst>
            <pc:docMk/>
            <pc:sldMk cId="3640583560" sldId="310"/>
            <ac:spMk id="131" creationId="{628AF979-0486-CDD5-B1F5-8978C42337E0}"/>
          </ac:spMkLst>
        </pc:spChg>
        <pc:spChg chg="mod">
          <ac:chgData name="FRANCESCO MARIA TORINO" userId="34a0d49b-5219-4775-9879-2b7012d14a9a" providerId="ADAL" clId="{F93F12C3-B242-AD46-BD69-7C79EEB010A1}" dt="2025-06-09T17:15:36.028" v="1367" actId="20577"/>
          <ac:spMkLst>
            <pc:docMk/>
            <pc:sldMk cId="3640583560" sldId="310"/>
            <ac:spMk id="139" creationId="{BC8FC9B9-D6DB-6D8C-7831-44B43763D15C}"/>
          </ac:spMkLst>
        </pc:sp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3" creationId="{EF57668F-1C8F-4C26-2E76-8F0016F2930E}"/>
          </ac:picMkLst>
        </pc:picChg>
        <pc:picChg chg="add mod">
          <ac:chgData name="FRANCESCO MARIA TORINO" userId="34a0d49b-5219-4775-9879-2b7012d14a9a" providerId="ADAL" clId="{F93F12C3-B242-AD46-BD69-7C79EEB010A1}" dt="2025-06-10T17:12:19.244" v="1931"/>
          <ac:picMkLst>
            <pc:docMk/>
            <pc:sldMk cId="3640583560" sldId="310"/>
            <ac:picMk id="6" creationId="{30957BFC-3E57-96B0-494D-6004E456F853}"/>
          </ac:picMkLst>
        </pc:picChg>
      </pc:sldChg>
      <pc:sldChg chg="modSp add mod ord">
        <pc:chgData name="FRANCESCO MARIA TORINO" userId="34a0d49b-5219-4775-9879-2b7012d14a9a" providerId="ADAL" clId="{F93F12C3-B242-AD46-BD69-7C79EEB010A1}" dt="2025-06-10T17:24:12.610" v="2212" actId="20577"/>
        <pc:sldMkLst>
          <pc:docMk/>
          <pc:sldMk cId="3009475373" sldId="311"/>
        </pc:sldMkLst>
        <pc:spChg chg="mod">
          <ac:chgData name="FRANCESCO MARIA TORINO" userId="34a0d49b-5219-4775-9879-2b7012d14a9a" providerId="ADAL" clId="{F93F12C3-B242-AD46-BD69-7C79EEB010A1}" dt="2025-06-10T17:06:50.860" v="1738" actId="1076"/>
          <ac:spMkLst>
            <pc:docMk/>
            <pc:sldMk cId="3009475373" sldId="311"/>
            <ac:spMk id="130" creationId="{EE68D346-0F98-EE20-4EAB-5F83DE20E09F}"/>
          </ac:spMkLst>
        </pc:spChg>
        <pc:spChg chg="mod">
          <ac:chgData name="FRANCESCO MARIA TORINO" userId="34a0d49b-5219-4775-9879-2b7012d14a9a" providerId="ADAL" clId="{F93F12C3-B242-AD46-BD69-7C79EEB010A1}" dt="2025-06-10T17:06:52.395" v="1739"/>
          <ac:spMkLst>
            <pc:docMk/>
            <pc:sldMk cId="3009475373" sldId="311"/>
            <ac:spMk id="131" creationId="{07572EB3-9999-3B47-FF53-A387EAE1B599}"/>
          </ac:spMkLst>
        </pc:spChg>
        <pc:spChg chg="mod">
          <ac:chgData name="FRANCESCO MARIA TORINO" userId="34a0d49b-5219-4775-9879-2b7012d14a9a" providerId="ADAL" clId="{F93F12C3-B242-AD46-BD69-7C79EEB010A1}" dt="2025-06-10T17:24:12.610" v="2212" actId="20577"/>
          <ac:spMkLst>
            <pc:docMk/>
            <pc:sldMk cId="3009475373" sldId="311"/>
            <ac:spMk id="139" creationId="{AFF98C67-8CE1-6232-6F55-C2F18B6A8C73}"/>
          </ac:spMkLst>
        </pc:spChg>
      </pc:sldChg>
      <pc:sldChg chg="addSp delSp modSp add mod modAnim">
        <pc:chgData name="FRANCESCO MARIA TORINO" userId="34a0d49b-5219-4775-9879-2b7012d14a9a" providerId="ADAL" clId="{F93F12C3-B242-AD46-BD69-7C79EEB010A1}" dt="2025-06-10T21:58:39.658" v="3205"/>
        <pc:sldMkLst>
          <pc:docMk/>
          <pc:sldMk cId="3601196712" sldId="312"/>
        </pc:sldMkLst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" creationId="{C1D6772D-07E7-F8CC-6F5D-DBC345625EB6}"/>
          </ac:spMkLst>
        </pc:spChg>
        <pc:spChg chg="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6" creationId="{9291307D-E7DF-2BF4-4CF6-2A5E9B8A1D15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7" creationId="{464736DE-C213-0A68-C952-40D4CF09F5C0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0" creationId="{71976FE6-E2BC-7EF1-827B-C07851E4805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2" creationId="{67168E1C-4017-6736-D39E-A0BEAC0574FF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3" creationId="{E7D4BD54-652E-AB91-55D4-FE6741C178DB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6" creationId="{27229E1B-93EA-4E2C-9579-1CB6BAD88B33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17" creationId="{A937981C-AD62-B8BF-29F2-42B4D3285DF8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1" creationId="{114D89BE-68BA-CF66-283C-1064F704D136}"/>
          </ac:spMkLst>
        </pc:spChg>
        <pc:spChg chg="add mod">
          <ac:chgData name="FRANCESCO MARIA TORINO" userId="34a0d49b-5219-4775-9879-2b7012d14a9a" providerId="ADAL" clId="{F93F12C3-B242-AD46-BD69-7C79EEB010A1}" dt="2025-06-09T18:12:32.312" v="1506" actId="1035"/>
          <ac:spMkLst>
            <pc:docMk/>
            <pc:sldMk cId="3601196712" sldId="312"/>
            <ac:spMk id="23" creationId="{5AA3B50E-BCF8-D1E5-85B4-6B294BB43A86}"/>
          </ac:spMkLst>
        </pc:spChg>
        <pc:spChg chg="add mod">
          <ac:chgData name="FRANCESCO MARIA TORINO" userId="34a0d49b-5219-4775-9879-2b7012d14a9a" providerId="ADAL" clId="{F93F12C3-B242-AD46-BD69-7C79EEB010A1}" dt="2025-06-10T17:07:36.640" v="1805" actId="1035"/>
          <ac:spMkLst>
            <pc:docMk/>
            <pc:sldMk cId="3601196712" sldId="312"/>
            <ac:spMk id="25" creationId="{195F43A1-EDAC-0A5F-3637-6A8A6B9CD735}"/>
          </ac:spMkLst>
        </pc:spChg>
        <pc:spChg chg="mod">
          <ac:chgData name="FRANCESCO MARIA TORINO" userId="34a0d49b-5219-4775-9879-2b7012d14a9a" providerId="ADAL" clId="{F93F12C3-B242-AD46-BD69-7C79EEB010A1}" dt="2025-06-10T17:07:31.106" v="1792"/>
          <ac:spMkLst>
            <pc:docMk/>
            <pc:sldMk cId="3601196712" sldId="312"/>
            <ac:spMk id="131" creationId="{2186B2D0-D2C1-E845-DEE1-39B35C444922}"/>
          </ac:spMkLst>
        </pc:spChg>
      </pc:sldChg>
      <pc:sldChg chg="addSp delSp modSp add mod delAnim modAnim">
        <pc:chgData name="FRANCESCO MARIA TORINO" userId="34a0d49b-5219-4775-9879-2b7012d14a9a" providerId="ADAL" clId="{F93F12C3-B242-AD46-BD69-7C79EEB010A1}" dt="2025-06-12T08:12:38.738" v="3222" actId="14100"/>
        <pc:sldMkLst>
          <pc:docMk/>
          <pc:sldMk cId="2002693627" sldId="313"/>
        </pc:sldMkLst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5" creationId="{B1FB5087-E9D8-DA24-2781-5B5731E382F2}"/>
          </ac:spMkLst>
        </pc:spChg>
        <pc:spChg chg="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6" creationId="{8B724336-3C54-77A0-11AE-9C195DA51F5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8" creationId="{553D6E3E-E244-09EE-5DDE-38AE638A3DD2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9" creationId="{47C04A6B-1B56-E936-FC26-FBE589DDFBF9}"/>
          </ac:spMkLst>
        </pc:spChg>
        <pc:spChg chg="add mod">
          <ac:chgData name="FRANCESCO MARIA TORINO" userId="34a0d49b-5219-4775-9879-2b7012d14a9a" providerId="ADAL" clId="{F93F12C3-B242-AD46-BD69-7C79EEB010A1}" dt="2025-06-09T18:11:31.819" v="1438" actId="1076"/>
          <ac:spMkLst>
            <pc:docMk/>
            <pc:sldMk cId="2002693627" sldId="313"/>
            <ac:spMk id="11" creationId="{45C13A6B-FA72-1AC8-03FC-D3A278FA4AD4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4" creationId="{92A36AAF-8F13-408B-D9B2-8BEB4F50C971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5" creationId="{4228ACF5-44F9-AF49-0DE3-67E5D6CCF63E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8" creationId="{5E2C8772-A040-0D0A-D8D1-A7CE4435196C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19" creationId="{39C5D711-479F-55B1-8622-1BEDF9F95AB6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0" creationId="{80BD69DF-94E8-D015-9CC9-243A82F0097A}"/>
          </ac:spMkLst>
        </pc:spChg>
        <pc:spChg chg="add mod">
          <ac:chgData name="FRANCESCO MARIA TORINO" userId="34a0d49b-5219-4775-9879-2b7012d14a9a" providerId="ADAL" clId="{F93F12C3-B242-AD46-BD69-7C79EEB010A1}" dt="2025-06-10T17:08:00.138" v="1825" actId="1036"/>
          <ac:spMkLst>
            <pc:docMk/>
            <pc:sldMk cId="2002693627" sldId="313"/>
            <ac:spMk id="22" creationId="{4B66BCE0-5B43-8FD4-A750-10AB5FFD0714}"/>
          </ac:spMkLst>
        </pc:spChg>
        <pc:spChg chg="mod">
          <ac:chgData name="FRANCESCO MARIA TORINO" userId="34a0d49b-5219-4775-9879-2b7012d14a9a" providerId="ADAL" clId="{F93F12C3-B242-AD46-BD69-7C79EEB010A1}" dt="2025-06-10T17:07:54.715" v="1818"/>
          <ac:spMkLst>
            <pc:docMk/>
            <pc:sldMk cId="2002693627" sldId="313"/>
            <ac:spMk id="131" creationId="{8642144A-3FF2-CA6F-6327-DE0BEC887E4D}"/>
          </ac:spMkLst>
        </pc:spChg>
        <pc:cxnChg chg="mod">
          <ac:chgData name="FRANCESCO MARIA TORINO" userId="34a0d49b-5219-4775-9879-2b7012d14a9a" providerId="ADAL" clId="{F93F12C3-B242-AD46-BD69-7C79EEB010A1}" dt="2025-06-12T08:12:34.292" v="3221" actId="14100"/>
          <ac:cxnSpMkLst>
            <pc:docMk/>
            <pc:sldMk cId="2002693627" sldId="313"/>
            <ac:cxnSpMk id="28" creationId="{EE889D78-169E-FC8E-F854-A6BA46B97F3F}"/>
          </ac:cxnSpMkLst>
        </pc:cxnChg>
        <pc:cxnChg chg="mod">
          <ac:chgData name="FRANCESCO MARIA TORINO" userId="34a0d49b-5219-4775-9879-2b7012d14a9a" providerId="ADAL" clId="{F93F12C3-B242-AD46-BD69-7C79EEB010A1}" dt="2025-06-12T08:12:38.738" v="3222" actId="14100"/>
          <ac:cxnSpMkLst>
            <pc:docMk/>
            <pc:sldMk cId="2002693627" sldId="313"/>
            <ac:cxnSpMk id="30" creationId="{8BCD3F47-7F53-2776-E58F-5579FF0D5B50}"/>
          </ac:cxnSpMkLst>
        </pc:cxnChg>
      </pc:sldChg>
      <pc:sldChg chg="addSp delSp modSp add mod delAnim modAnim">
        <pc:chgData name="FRANCESCO MARIA TORINO" userId="34a0d49b-5219-4775-9879-2b7012d14a9a" providerId="ADAL" clId="{F93F12C3-B242-AD46-BD69-7C79EEB010A1}" dt="2025-06-12T08:12:29.279" v="3220" actId="14100"/>
        <pc:sldMkLst>
          <pc:docMk/>
          <pc:sldMk cId="1555627907" sldId="314"/>
        </pc:sldMkLst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2" creationId="{88EF2D20-C340-ADEB-6BB3-B9F848C12CD7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3" creationId="{2D5AF00F-0092-07ED-F6A0-EF96B3C24692}"/>
          </ac:spMkLst>
        </pc:spChg>
        <pc:spChg chg="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6" creationId="{C8408521-B14E-F9AA-0691-BE3B69F9916C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7" creationId="{ED7F7442-EADE-22CD-3026-71FD4DAFF546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0" creationId="{4A5DBB16-0EE4-BD63-49A4-DB328DBF4210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2" creationId="{62E709CA-A2C4-B647-9C94-C6480A973991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3" creationId="{6BE32C82-38A1-9236-C67F-95EB7369ED5B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6" creationId="{37924FCA-800F-6784-819B-9B3B77B1D8DA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17" creationId="{C31AF258-A2DB-92D0-A210-5B788A201C6F}"/>
          </ac:spMkLst>
        </pc:spChg>
        <pc:spChg chg="add mod">
          <ac:chgData name="FRANCESCO MARIA TORINO" userId="34a0d49b-5219-4775-9879-2b7012d14a9a" providerId="ADAL" clId="{F93F12C3-B242-AD46-BD69-7C79EEB010A1}" dt="2025-06-10T17:08:13.243" v="1841" actId="1035"/>
          <ac:spMkLst>
            <pc:docMk/>
            <pc:sldMk cId="1555627907" sldId="314"/>
            <ac:spMk id="45" creationId="{FCCB2B47-AE46-A48C-CF68-5C4548732696}"/>
          </ac:spMkLst>
        </pc:spChg>
        <pc:spChg chg="mod">
          <ac:chgData name="FRANCESCO MARIA TORINO" userId="34a0d49b-5219-4775-9879-2b7012d14a9a" providerId="ADAL" clId="{F93F12C3-B242-AD46-BD69-7C79EEB010A1}" dt="2025-06-10T17:08:07.378" v="1827"/>
          <ac:spMkLst>
            <pc:docMk/>
            <pc:sldMk cId="1555627907" sldId="314"/>
            <ac:spMk id="131" creationId="{5388ACC7-5F2E-56F3-749F-F84438ADA11C}"/>
          </ac:spMkLst>
        </pc:spChg>
        <pc:picChg chg="add mod">
          <ac:chgData name="FRANCESCO MARIA TORINO" userId="34a0d49b-5219-4775-9879-2b7012d14a9a" providerId="ADAL" clId="{F93F12C3-B242-AD46-BD69-7C79EEB010A1}" dt="2025-06-09T18:13:18.522" v="1564" actId="1036"/>
          <ac:picMkLst>
            <pc:docMk/>
            <pc:sldMk cId="1555627907" sldId="314"/>
            <ac:picMk id="41" creationId="{D94DA7F1-E517-5DCB-1965-F75E623594AF}"/>
          </ac:picMkLst>
        </pc:picChg>
        <pc:cxnChg chg="mod">
          <ac:chgData name="FRANCESCO MARIA TORINO" userId="34a0d49b-5219-4775-9879-2b7012d14a9a" providerId="ADAL" clId="{F93F12C3-B242-AD46-BD69-7C79EEB010A1}" dt="2025-06-12T08:12:29.279" v="3220" actId="14100"/>
          <ac:cxnSpMkLst>
            <pc:docMk/>
            <pc:sldMk cId="1555627907" sldId="314"/>
            <ac:cxnSpMk id="35" creationId="{17265E50-1BB0-2FF3-695C-DDB02075945C}"/>
          </ac:cxnSpMkLst>
        </pc:cxnChg>
      </pc:sldChg>
      <pc:sldChg chg="addSp delSp modSp add mod delAnim">
        <pc:chgData name="FRANCESCO MARIA TORINO" userId="34a0d49b-5219-4775-9879-2b7012d14a9a" providerId="ADAL" clId="{F93F12C3-B242-AD46-BD69-7C79EEB010A1}" dt="2025-06-10T21:58:57.583" v="3206" actId="1076"/>
        <pc:sldMkLst>
          <pc:docMk/>
          <pc:sldMk cId="1571091931" sldId="315"/>
        </pc:sldMkLst>
        <pc:spChg chg="add mod">
          <ac:chgData name="FRANCESCO MARIA TORINO" userId="34a0d49b-5219-4775-9879-2b7012d14a9a" providerId="ADAL" clId="{F93F12C3-B242-AD46-BD69-7C79EEB010A1}" dt="2025-06-10T17:08:52.592" v="1870" actId="20577"/>
          <ac:spMkLst>
            <pc:docMk/>
            <pc:sldMk cId="1571091931" sldId="315"/>
            <ac:spMk id="5" creationId="{A8E61848-BFED-E7FE-C27B-7CF3C0A8C7F0}"/>
          </ac:spMkLst>
        </pc:spChg>
        <pc:spChg chg="mod">
          <ac:chgData name="FRANCESCO MARIA TORINO" userId="34a0d49b-5219-4775-9879-2b7012d14a9a" providerId="ADAL" clId="{F93F12C3-B242-AD46-BD69-7C79EEB010A1}" dt="2025-06-10T17:08:38.393" v="1869" actId="14100"/>
          <ac:spMkLst>
            <pc:docMk/>
            <pc:sldMk cId="1571091931" sldId="315"/>
            <ac:spMk id="6" creationId="{356CF6D6-CD46-12C0-8610-06C678A987DE}"/>
          </ac:spMkLst>
        </pc:spChg>
        <pc:spChg chg="mod">
          <ac:chgData name="FRANCESCO MARIA TORINO" userId="34a0d49b-5219-4775-9879-2b7012d14a9a" providerId="ADAL" clId="{F93F12C3-B242-AD46-BD69-7C79EEB010A1}" dt="2025-06-10T17:08:59.505" v="1871"/>
          <ac:spMkLst>
            <pc:docMk/>
            <pc:sldMk cId="1571091931" sldId="315"/>
            <ac:spMk id="131" creationId="{18CA1DEA-C733-AE3B-B8AE-4922913E877A}"/>
          </ac:spMkLst>
        </pc:spChg>
        <pc:picChg chg="add mod">
          <ac:chgData name="FRANCESCO MARIA TORINO" userId="34a0d49b-5219-4775-9879-2b7012d14a9a" providerId="ADAL" clId="{F93F12C3-B242-AD46-BD69-7C79EEB010A1}" dt="2025-06-10T17:08:38.393" v="1869" actId="14100"/>
          <ac:picMkLst>
            <pc:docMk/>
            <pc:sldMk cId="1571091931" sldId="315"/>
            <ac:picMk id="4" creationId="{09674B07-8720-B04C-0F91-BD5D295D700B}"/>
          </ac:picMkLst>
        </pc:picChg>
        <pc:picChg chg="add mod">
          <ac:chgData name="FRANCESCO MARIA TORINO" userId="34a0d49b-5219-4775-9879-2b7012d14a9a" providerId="ADAL" clId="{F93F12C3-B242-AD46-BD69-7C79EEB010A1}" dt="2025-06-10T21:58:57.583" v="3206" actId="1076"/>
          <ac:picMkLst>
            <pc:docMk/>
            <pc:sldMk cId="1571091931" sldId="315"/>
            <ac:picMk id="8" creationId="{6423A0AB-093D-7B6A-67CC-E14795D7086D}"/>
          </ac:picMkLst>
        </pc:picChg>
      </pc:sldChg>
      <pc:sldChg chg="addSp delSp modSp add del mod addAnim delAnim">
        <pc:chgData name="FRANCESCO MARIA TORINO" userId="34a0d49b-5219-4775-9879-2b7012d14a9a" providerId="ADAL" clId="{F93F12C3-B242-AD46-BD69-7C79EEB010A1}" dt="2025-06-09T18:14:05.260" v="1570"/>
        <pc:sldMkLst>
          <pc:docMk/>
          <pc:sldMk cId="2509995246" sldId="315"/>
        </pc:sldMkLst>
      </pc:sldChg>
      <pc:sldChg chg="addSp delSp modSp add mod">
        <pc:chgData name="FRANCESCO MARIA TORINO" userId="34a0d49b-5219-4775-9879-2b7012d14a9a" providerId="ADAL" clId="{F93F12C3-B242-AD46-BD69-7C79EEB010A1}" dt="2025-06-12T08:11:44.081" v="3213" actId="1076"/>
        <pc:sldMkLst>
          <pc:docMk/>
          <pc:sldMk cId="808079837" sldId="316"/>
        </pc:sldMkLst>
        <pc:spChg chg="add mod">
          <ac:chgData name="FRANCESCO MARIA TORINO" userId="34a0d49b-5219-4775-9879-2b7012d14a9a" providerId="ADAL" clId="{F93F12C3-B242-AD46-BD69-7C79EEB010A1}" dt="2025-06-09T18:16:50.840" v="1644" actId="1037"/>
          <ac:spMkLst>
            <pc:docMk/>
            <pc:sldMk cId="808079837" sldId="316"/>
            <ac:spMk id="2" creationId="{D1EBA9D7-BEB9-8B6E-CFF8-B5D0050D81A5}"/>
          </ac:spMkLst>
        </pc:spChg>
        <pc:spChg chg="add mod">
          <ac:chgData name="FRANCESCO MARIA TORINO" userId="34a0d49b-5219-4775-9879-2b7012d14a9a" providerId="ADAL" clId="{F93F12C3-B242-AD46-BD69-7C79EEB010A1}" dt="2025-06-09T18:16:40.102" v="1633" actId="1038"/>
          <ac:spMkLst>
            <pc:docMk/>
            <pc:sldMk cId="808079837" sldId="316"/>
            <ac:spMk id="3" creationId="{EBC35625-E50C-00C3-203B-7959A53966AE}"/>
          </ac:spMkLst>
        </pc:spChg>
        <pc:spChg chg="mod">
          <ac:chgData name="FRANCESCO MARIA TORINO" userId="34a0d49b-5219-4775-9879-2b7012d14a9a" providerId="ADAL" clId="{F93F12C3-B242-AD46-BD69-7C79EEB010A1}" dt="2025-06-10T17:09:13.543" v="1899"/>
          <ac:spMkLst>
            <pc:docMk/>
            <pc:sldMk cId="808079837" sldId="316"/>
            <ac:spMk id="131" creationId="{C7CB93C5-8446-8E80-0B2A-6B0670B634CE}"/>
          </ac:spMkLst>
        </pc:spChg>
        <pc:spChg chg="mod">
          <ac:chgData name="FRANCESCO MARIA TORINO" userId="34a0d49b-5219-4775-9879-2b7012d14a9a" providerId="ADAL" clId="{F93F12C3-B242-AD46-BD69-7C79EEB010A1}" dt="2025-06-10T17:09:08.846" v="1898" actId="20577"/>
          <ac:spMkLst>
            <pc:docMk/>
            <pc:sldMk cId="808079837" sldId="316"/>
            <ac:spMk id="139" creationId="{998234B5-F40A-8D95-4E09-0C10AB46E11E}"/>
          </ac:spMkLst>
        </pc:spChg>
        <pc:picChg chg="add mod">
          <ac:chgData name="FRANCESCO MARIA TORINO" userId="34a0d49b-5219-4775-9879-2b7012d14a9a" providerId="ADAL" clId="{F93F12C3-B242-AD46-BD69-7C79EEB010A1}" dt="2025-06-12T08:11:44.081" v="3213" actId="1076"/>
          <ac:picMkLst>
            <pc:docMk/>
            <pc:sldMk cId="808079837" sldId="316"/>
            <ac:picMk id="4" creationId="{B16AF1DA-8EA2-7CB6-1CE6-95D965770DC2}"/>
          </ac:picMkLst>
        </pc:picChg>
        <pc:picChg chg="add mod">
          <ac:chgData name="FRANCESCO MARIA TORINO" userId="34a0d49b-5219-4775-9879-2b7012d14a9a" providerId="ADAL" clId="{F93F12C3-B242-AD46-BD69-7C79EEB010A1}" dt="2025-06-09T18:16:50.840" v="1644" actId="1037"/>
          <ac:picMkLst>
            <pc:docMk/>
            <pc:sldMk cId="808079837" sldId="316"/>
            <ac:picMk id="7" creationId="{51E14DAA-CC27-28D5-9627-9BAFF8B4E87C}"/>
          </ac:picMkLst>
        </pc:picChg>
        <pc:picChg chg="add mod">
          <ac:chgData name="FRANCESCO MARIA TORINO" userId="34a0d49b-5219-4775-9879-2b7012d14a9a" providerId="ADAL" clId="{F93F12C3-B242-AD46-BD69-7C79EEB010A1}" dt="2025-06-09T18:16:40.102" v="1633" actId="1038"/>
          <ac:picMkLst>
            <pc:docMk/>
            <pc:sldMk cId="808079837" sldId="316"/>
            <ac:picMk id="9" creationId="{785F073A-62E9-3D87-9140-A7336CCAA31E}"/>
          </ac:picMkLst>
        </pc:picChg>
        <pc:picChg chg="add del mod">
          <ac:chgData name="FRANCESCO MARIA TORINO" userId="34a0d49b-5219-4775-9879-2b7012d14a9a" providerId="ADAL" clId="{F93F12C3-B242-AD46-BD69-7C79EEB010A1}" dt="2025-06-12T08:11:39.801" v="3211" actId="478"/>
          <ac:picMkLst>
            <pc:docMk/>
            <pc:sldMk cId="808079837" sldId="316"/>
            <ac:picMk id="10" creationId="{53D4B683-FE4E-ECAD-80F5-58518673F05A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07:15.038" v="1788" actId="478"/>
        <pc:sldMkLst>
          <pc:docMk/>
          <pc:sldMk cId="1942140879" sldId="317"/>
        </pc:sldMkLst>
        <pc:spChg chg="mod">
          <ac:chgData name="FRANCESCO MARIA TORINO" userId="34a0d49b-5219-4775-9879-2b7012d14a9a" providerId="ADAL" clId="{F93F12C3-B242-AD46-BD69-7C79EEB010A1}" dt="2025-06-10T17:07:13.016" v="1787" actId="20577"/>
          <ac:spMkLst>
            <pc:docMk/>
            <pc:sldMk cId="1942140879" sldId="317"/>
            <ac:spMk id="131" creationId="{1DAC8BCA-2F5F-1A29-61D8-0DA7A6942BEC}"/>
          </ac:spMkLst>
        </pc:spChg>
      </pc:sldChg>
      <pc:sldChg chg="addSp delSp modSp mod">
        <pc:chgData name="FRANCESCO MARIA TORINO" userId="34a0d49b-5219-4775-9879-2b7012d14a9a" providerId="ADAL" clId="{F93F12C3-B242-AD46-BD69-7C79EEB010A1}" dt="2025-06-10T21:34:35.408" v="2868"/>
        <pc:sldMkLst>
          <pc:docMk/>
          <pc:sldMk cId="1087032816" sldId="324"/>
        </pc:sldMkLst>
        <pc:picChg chg="add mod">
          <ac:chgData name="FRANCESCO MARIA TORINO" userId="34a0d49b-5219-4775-9879-2b7012d14a9a" providerId="ADAL" clId="{F93F12C3-B242-AD46-BD69-7C79EEB010A1}" dt="2025-06-10T21:34:35.408" v="2868"/>
          <ac:picMkLst>
            <pc:docMk/>
            <pc:sldMk cId="1087032816" sldId="324"/>
            <ac:picMk id="4" creationId="{D8392D5E-0591-BBF7-C89F-4B15093EF752}"/>
          </ac:picMkLst>
        </pc:picChg>
      </pc:sldChg>
      <pc:sldChg chg="addSp delSp modSp add mod ord">
        <pc:chgData name="FRANCESCO MARIA TORINO" userId="34a0d49b-5219-4775-9879-2b7012d14a9a" providerId="ADAL" clId="{F93F12C3-B242-AD46-BD69-7C79EEB010A1}" dt="2025-06-12T08:11:36.699" v="3210" actId="21"/>
        <pc:sldMkLst>
          <pc:docMk/>
          <pc:sldMk cId="578151328" sldId="330"/>
        </pc:sldMkLst>
        <pc:spChg chg="mod">
          <ac:chgData name="FRANCESCO MARIA TORINO" userId="34a0d49b-5219-4775-9879-2b7012d14a9a" providerId="ADAL" clId="{F93F12C3-B242-AD46-BD69-7C79EEB010A1}" dt="2025-06-10T17:24:18.135" v="2214" actId="20577"/>
          <ac:spMkLst>
            <pc:docMk/>
            <pc:sldMk cId="578151328" sldId="330"/>
            <ac:spMk id="139" creationId="{0E7A969D-E9E8-7D40-71A6-0A859CB4B154}"/>
          </ac:spMkLst>
        </pc:spChg>
        <pc:picChg chg="add del mod">
          <ac:chgData name="FRANCESCO MARIA TORINO" userId="34a0d49b-5219-4775-9879-2b7012d14a9a" providerId="ADAL" clId="{F93F12C3-B242-AD46-BD69-7C79EEB010A1}" dt="2025-06-12T08:11:36.699" v="3210" actId="21"/>
          <ac:picMkLst>
            <pc:docMk/>
            <pc:sldMk cId="578151328" sldId="330"/>
            <ac:picMk id="2" creationId="{1265340C-1D43-3CCC-52F6-5E4FD2649B45}"/>
          </ac:picMkLst>
        </pc:picChg>
      </pc:sldChg>
      <pc:sldChg chg="delSp modSp add mod">
        <pc:chgData name="FRANCESCO MARIA TORINO" userId="34a0d49b-5219-4775-9879-2b7012d14a9a" providerId="ADAL" clId="{F93F12C3-B242-AD46-BD69-7C79EEB010A1}" dt="2025-06-10T17:24:22.643" v="2216" actId="20577"/>
        <pc:sldMkLst>
          <pc:docMk/>
          <pc:sldMk cId="2996172871" sldId="331"/>
        </pc:sldMkLst>
        <pc:spChg chg="mod">
          <ac:chgData name="FRANCESCO MARIA TORINO" userId="34a0d49b-5219-4775-9879-2b7012d14a9a" providerId="ADAL" clId="{F93F12C3-B242-AD46-BD69-7C79EEB010A1}" dt="2025-06-10T17:24:22.643" v="2216" actId="20577"/>
          <ac:spMkLst>
            <pc:docMk/>
            <pc:sldMk cId="2996172871" sldId="331"/>
            <ac:spMk id="139" creationId="{08AEA027-CF98-FF84-8370-8A9A3A888901}"/>
          </ac:spMkLst>
        </pc:spChg>
      </pc:sldChg>
      <pc:sldChg chg="delSp modSp add del mod">
        <pc:chgData name="FRANCESCO MARIA TORINO" userId="34a0d49b-5219-4775-9879-2b7012d14a9a" providerId="ADAL" clId="{F93F12C3-B242-AD46-BD69-7C79EEB010A1}" dt="2025-06-10T21:58:23.417" v="3202" actId="2696"/>
        <pc:sldMkLst>
          <pc:docMk/>
          <pc:sldMk cId="1732592567" sldId="332"/>
        </pc:sldMkLst>
      </pc:sldChg>
      <pc:sldChg chg="modSp add del mod ord">
        <pc:chgData name="FRANCESCO MARIA TORINO" userId="34a0d49b-5219-4775-9879-2b7012d14a9a" providerId="ADAL" clId="{F93F12C3-B242-AD46-BD69-7C79EEB010A1}" dt="2025-06-10T17:12:26.222" v="1932" actId="2696"/>
        <pc:sldMkLst>
          <pc:docMk/>
          <pc:sldMk cId="731702360" sldId="333"/>
        </pc:sldMkLst>
      </pc:sldChg>
      <pc:sldChg chg="addSp delSp modSp add mod">
        <pc:chgData name="FRANCESCO MARIA TORINO" userId="34a0d49b-5219-4775-9879-2b7012d14a9a" providerId="ADAL" clId="{F93F12C3-B242-AD46-BD69-7C79EEB010A1}" dt="2025-06-10T21:18:53.474" v="2599" actId="1076"/>
        <pc:sldMkLst>
          <pc:docMk/>
          <pc:sldMk cId="1830509002" sldId="333"/>
        </pc:sldMkLst>
        <pc:spChg chg="mod">
          <ac:chgData name="FRANCESCO MARIA TORINO" userId="34a0d49b-5219-4775-9879-2b7012d14a9a" providerId="ADAL" clId="{F93F12C3-B242-AD46-BD69-7C79EEB010A1}" dt="2025-06-10T17:14:36.046" v="1936" actId="14100"/>
          <ac:spMkLst>
            <pc:docMk/>
            <pc:sldMk cId="1830509002" sldId="333"/>
            <ac:spMk id="5" creationId="{D4F1D74E-80F4-980E-0F16-0BBD237EE984}"/>
          </ac:spMkLst>
        </pc:spChg>
        <pc:spChg chg="add mod">
          <ac:chgData name="FRANCESCO MARIA TORINO" userId="34a0d49b-5219-4775-9879-2b7012d14a9a" providerId="ADAL" clId="{F93F12C3-B242-AD46-BD69-7C79EEB010A1}" dt="2025-06-10T21:18:53.474" v="2599" actId="1076"/>
          <ac:spMkLst>
            <pc:docMk/>
            <pc:sldMk cId="1830509002" sldId="333"/>
            <ac:spMk id="14" creationId="{A897E5E3-F3C6-697D-40D3-B761563F48FD}"/>
          </ac:spMkLst>
        </pc:spChg>
        <pc:picChg chg="add mod">
          <ac:chgData name="FRANCESCO MARIA TORINO" userId="34a0d49b-5219-4775-9879-2b7012d14a9a" providerId="ADAL" clId="{F93F12C3-B242-AD46-BD69-7C79EEB010A1}" dt="2025-06-10T21:00:05.282" v="2238" actId="1076"/>
          <ac:picMkLst>
            <pc:docMk/>
            <pc:sldMk cId="1830509002" sldId="333"/>
            <ac:picMk id="24" creationId="{91E3329B-F544-0054-8CDA-D2963CE8D589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24:38.408" v="2814"/>
        <pc:sldMkLst>
          <pc:docMk/>
          <pc:sldMk cId="516529531" sldId="334"/>
        </pc:sldMkLst>
        <pc:spChg chg="add mod">
          <ac:chgData name="FRANCESCO MARIA TORINO" userId="34a0d49b-5219-4775-9879-2b7012d14a9a" providerId="ADAL" clId="{F93F12C3-B242-AD46-BD69-7C79EEB010A1}" dt="2025-06-10T21:15:48.424" v="2542" actId="1076"/>
          <ac:spMkLst>
            <pc:docMk/>
            <pc:sldMk cId="516529531" sldId="334"/>
            <ac:spMk id="2" creationId="{DD8F976B-597E-0315-F564-F72C53FAD82B}"/>
          </ac:spMkLst>
        </pc:spChg>
        <pc:spChg chg="add del mod">
          <ac:chgData name="FRANCESCO MARIA TORINO" userId="34a0d49b-5219-4775-9879-2b7012d14a9a" providerId="ADAL" clId="{F93F12C3-B242-AD46-BD69-7C79EEB010A1}" dt="2025-06-10T21:02:14.015" v="2298" actId="20577"/>
          <ac:spMkLst>
            <pc:docMk/>
            <pc:sldMk cId="516529531" sldId="334"/>
            <ac:spMk id="3" creationId="{7442E62B-4BF0-D345-B2D8-9AAB35B826CD}"/>
          </ac:spMkLst>
        </pc:spChg>
        <pc:spChg chg="mod">
          <ac:chgData name="FRANCESCO MARIA TORINO" userId="34a0d49b-5219-4775-9879-2b7012d14a9a" providerId="ADAL" clId="{F93F12C3-B242-AD46-BD69-7C79EEB010A1}" dt="2025-06-10T17:22:42.285" v="2203" actId="20577"/>
          <ac:spMkLst>
            <pc:docMk/>
            <pc:sldMk cId="516529531" sldId="334"/>
            <ac:spMk id="14" creationId="{17CBF83A-D4B9-081A-350A-7798A692E1D8}"/>
          </ac:spMkLst>
        </pc:spChg>
        <pc:picChg chg="add mod">
          <ac:chgData name="FRANCESCO MARIA TORINO" userId="34a0d49b-5219-4775-9879-2b7012d14a9a" providerId="ADAL" clId="{F93F12C3-B242-AD46-BD69-7C79EEB010A1}" dt="2025-06-10T21:23:10.655" v="2800" actId="1076"/>
          <ac:picMkLst>
            <pc:docMk/>
            <pc:sldMk cId="516529531" sldId="334"/>
            <ac:picMk id="4" creationId="{45EE9593-821E-6F2A-2001-E6FDECD7B093}"/>
          </ac:picMkLst>
        </pc:picChg>
        <pc:picChg chg="add mod">
          <ac:chgData name="FRANCESCO MARIA TORINO" userId="34a0d49b-5219-4775-9879-2b7012d14a9a" providerId="ADAL" clId="{F93F12C3-B242-AD46-BD69-7C79EEB010A1}" dt="2025-06-10T21:24:32.263" v="2812" actId="1076"/>
          <ac:picMkLst>
            <pc:docMk/>
            <pc:sldMk cId="516529531" sldId="334"/>
            <ac:picMk id="7" creationId="{747949AE-61A9-FF63-55CA-D929E30CE83A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08:36.213" v="2417" actId="1076"/>
        <pc:sldMkLst>
          <pc:docMk/>
          <pc:sldMk cId="2968680819" sldId="335"/>
        </pc:sldMkLst>
        <pc:spChg chg="mod">
          <ac:chgData name="FRANCESCO MARIA TORINO" userId="34a0d49b-5219-4775-9879-2b7012d14a9a" providerId="ADAL" clId="{F93F12C3-B242-AD46-BD69-7C79EEB010A1}" dt="2025-06-10T21:02:26.774" v="2302" actId="1076"/>
          <ac:spMkLst>
            <pc:docMk/>
            <pc:sldMk cId="2968680819" sldId="335"/>
            <ac:spMk id="3" creationId="{993A9B3A-7472-DC19-B96B-055B9BFFEBDE}"/>
          </ac:spMkLst>
        </pc:spChg>
        <pc:spChg chg="add mod">
          <ac:chgData name="FRANCESCO MARIA TORINO" userId="34a0d49b-5219-4775-9879-2b7012d14a9a" providerId="ADAL" clId="{F93F12C3-B242-AD46-BD69-7C79EEB010A1}" dt="2025-06-10T21:08:18.527" v="2413" actId="1076"/>
          <ac:spMkLst>
            <pc:docMk/>
            <pc:sldMk cId="2968680819" sldId="335"/>
            <ac:spMk id="7" creationId="{E0AA4803-DBF2-0C3D-DBA0-AF2EB30E3077}"/>
          </ac:spMkLst>
        </pc:spChg>
        <pc:spChg chg="add mod">
          <ac:chgData name="FRANCESCO MARIA TORINO" userId="34a0d49b-5219-4775-9879-2b7012d14a9a" providerId="ADAL" clId="{F93F12C3-B242-AD46-BD69-7C79EEB010A1}" dt="2025-06-10T21:08:23.106" v="2414" actId="1076"/>
          <ac:spMkLst>
            <pc:docMk/>
            <pc:sldMk cId="2968680819" sldId="335"/>
            <ac:spMk id="10" creationId="{C4C342EF-EB30-1E94-CD18-5A2D5D495270}"/>
          </ac:spMkLst>
        </pc:spChg>
        <pc:spChg chg="add mod">
          <ac:chgData name="FRANCESCO MARIA TORINO" userId="34a0d49b-5219-4775-9879-2b7012d14a9a" providerId="ADAL" clId="{F93F12C3-B242-AD46-BD69-7C79EEB010A1}" dt="2025-06-10T21:08:04.535" v="2411" actId="20577"/>
          <ac:spMkLst>
            <pc:docMk/>
            <pc:sldMk cId="2968680819" sldId="335"/>
            <ac:spMk id="13" creationId="{991C209D-5075-3530-219C-E614382C55CB}"/>
          </ac:spMkLst>
        </pc:spChg>
        <pc:picChg chg="add mod">
          <ac:chgData name="FRANCESCO MARIA TORINO" userId="34a0d49b-5219-4775-9879-2b7012d14a9a" providerId="ADAL" clId="{F93F12C3-B242-AD46-BD69-7C79EEB010A1}" dt="2025-06-10T21:08:36.213" v="2417" actId="1076"/>
          <ac:picMkLst>
            <pc:docMk/>
            <pc:sldMk cId="2968680819" sldId="335"/>
            <ac:picMk id="6" creationId="{BA6506D1-5EFC-1FD0-F348-A76E26BD63FF}"/>
          </ac:picMkLst>
        </pc:picChg>
        <pc:picChg chg="add mod">
          <ac:chgData name="FRANCESCO MARIA TORINO" userId="34a0d49b-5219-4775-9879-2b7012d14a9a" providerId="ADAL" clId="{F93F12C3-B242-AD46-BD69-7C79EEB010A1}" dt="2025-06-10T21:08:25.857" v="2415" actId="1076"/>
          <ac:picMkLst>
            <pc:docMk/>
            <pc:sldMk cId="2968680819" sldId="335"/>
            <ac:picMk id="9" creationId="{F82B0123-AAB4-7900-F64F-A277D8E2EA5E}"/>
          </ac:picMkLst>
        </pc:picChg>
        <pc:picChg chg="add mod">
          <ac:chgData name="FRANCESCO MARIA TORINO" userId="34a0d49b-5219-4775-9879-2b7012d14a9a" providerId="ADAL" clId="{F93F12C3-B242-AD46-BD69-7C79EEB010A1}" dt="2025-06-10T21:08:31.052" v="2416" actId="1076"/>
          <ac:picMkLst>
            <pc:docMk/>
            <pc:sldMk cId="2968680819" sldId="335"/>
            <ac:picMk id="12" creationId="{60CD76BB-D63C-7CC4-3193-336A5590B52E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4.951" v="2815"/>
        <pc:sldMkLst>
          <pc:docMk/>
          <pc:sldMk cId="902889892" sldId="336"/>
        </pc:sldMkLst>
        <pc:spChg chg="mod">
          <ac:chgData name="FRANCESCO MARIA TORINO" userId="34a0d49b-5219-4775-9879-2b7012d14a9a" providerId="ADAL" clId="{F93F12C3-B242-AD46-BD69-7C79EEB010A1}" dt="2025-06-10T21:15:55.886" v="2543" actId="1076"/>
          <ac:spMkLst>
            <pc:docMk/>
            <pc:sldMk cId="902889892" sldId="336"/>
            <ac:spMk id="2" creationId="{2338CEC7-09B6-BAF2-1A5E-B7CAF24EF418}"/>
          </ac:spMkLst>
        </pc:spChg>
        <pc:spChg chg="mod">
          <ac:chgData name="FRANCESCO MARIA TORINO" userId="34a0d49b-5219-4775-9879-2b7012d14a9a" providerId="ADAL" clId="{F93F12C3-B242-AD46-BD69-7C79EEB010A1}" dt="2025-06-10T21:10:11.519" v="2430"/>
          <ac:spMkLst>
            <pc:docMk/>
            <pc:sldMk cId="902889892" sldId="336"/>
            <ac:spMk id="3" creationId="{B59951CE-C555-43F8-BE5D-E879BBB3C049}"/>
          </ac:spMkLst>
        </pc:spChg>
        <pc:spChg chg="mod">
          <ac:chgData name="FRANCESCO MARIA TORINO" userId="34a0d49b-5219-4775-9879-2b7012d14a9a" providerId="ADAL" clId="{F93F12C3-B242-AD46-BD69-7C79EEB010A1}" dt="2025-06-10T21:09:02.364" v="2425" actId="20577"/>
          <ac:spMkLst>
            <pc:docMk/>
            <pc:sldMk cId="902889892" sldId="336"/>
            <ac:spMk id="14" creationId="{8617A634-2E05-D007-3518-3B01F4BC1500}"/>
          </ac:spMkLst>
        </pc:sp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4" creationId="{8AD39DD5-974B-3AE3-7CFD-F16BFFE240CB}"/>
          </ac:picMkLst>
        </pc:picChg>
        <pc:picChg chg="add mod">
          <ac:chgData name="FRANCESCO MARIA TORINO" userId="34a0d49b-5219-4775-9879-2b7012d14a9a" providerId="ADAL" clId="{F93F12C3-B242-AD46-BD69-7C79EEB010A1}" dt="2025-06-10T21:24:44.951" v="2815"/>
          <ac:picMkLst>
            <pc:docMk/>
            <pc:sldMk cId="902889892" sldId="336"/>
            <ac:picMk id="6" creationId="{5F285C74-1CAE-5175-764A-6300DE14902F}"/>
          </ac:picMkLst>
        </pc:picChg>
      </pc:sldChg>
      <pc:sldChg chg="addSp delSp modSp add mod delAnim modAnim">
        <pc:chgData name="FRANCESCO MARIA TORINO" userId="34a0d49b-5219-4775-9879-2b7012d14a9a" providerId="ADAL" clId="{F93F12C3-B242-AD46-BD69-7C79EEB010A1}" dt="2025-06-10T21:18:15.564" v="2559" actId="1076"/>
        <pc:sldMkLst>
          <pc:docMk/>
          <pc:sldMk cId="3335857815" sldId="337"/>
        </pc:sldMkLst>
        <pc:spChg chg="mod">
          <ac:chgData name="FRANCESCO MARIA TORINO" userId="34a0d49b-5219-4775-9879-2b7012d14a9a" providerId="ADAL" clId="{F93F12C3-B242-AD46-BD69-7C79EEB010A1}" dt="2025-06-10T21:13:29.701" v="2489" actId="1076"/>
          <ac:spMkLst>
            <pc:docMk/>
            <pc:sldMk cId="3335857815" sldId="337"/>
            <ac:spMk id="5" creationId="{2A0EF5E6-73EC-2091-B778-3DD389428BFD}"/>
          </ac:spMkLst>
        </pc:spChg>
        <pc:spChg chg="add mod">
          <ac:chgData name="FRANCESCO MARIA TORINO" userId="34a0d49b-5219-4775-9879-2b7012d14a9a" providerId="ADAL" clId="{F93F12C3-B242-AD46-BD69-7C79EEB010A1}" dt="2025-06-10T21:14:33.774" v="2528" actId="1076"/>
          <ac:spMkLst>
            <pc:docMk/>
            <pc:sldMk cId="3335857815" sldId="337"/>
            <ac:spMk id="15" creationId="{C02B4833-651F-8C00-4E41-60DE555D2D75}"/>
          </ac:spMkLst>
        </pc:spChg>
        <pc:spChg chg="add mod">
          <ac:chgData name="FRANCESCO MARIA TORINO" userId="34a0d49b-5219-4775-9879-2b7012d14a9a" providerId="ADAL" clId="{F93F12C3-B242-AD46-BD69-7C79EEB010A1}" dt="2025-06-10T21:18:15.564" v="2559" actId="1076"/>
          <ac:spMkLst>
            <pc:docMk/>
            <pc:sldMk cId="3335857815" sldId="337"/>
            <ac:spMk id="21" creationId="{CD59E05D-3FAA-8AAF-7048-EDD4FDBBFA40}"/>
          </ac:spMkLst>
        </pc:spChg>
        <pc:spChg chg="add mod">
          <ac:chgData name="FRANCESCO MARIA TORINO" userId="34a0d49b-5219-4775-9879-2b7012d14a9a" providerId="ADAL" clId="{F93F12C3-B242-AD46-BD69-7C79EEB010A1}" dt="2025-06-10T21:12:52.250" v="2483" actId="1076"/>
          <ac:spMkLst>
            <pc:docMk/>
            <pc:sldMk cId="3335857815" sldId="337"/>
            <ac:spMk id="22" creationId="{480A44E2-6CC7-6E53-9615-49E4D90740E9}"/>
          </ac:spMkLst>
        </pc:spChg>
        <pc:spChg chg="add mod">
          <ac:chgData name="FRANCESCO MARIA TORINO" userId="34a0d49b-5219-4775-9879-2b7012d14a9a" providerId="ADAL" clId="{F93F12C3-B242-AD46-BD69-7C79EEB010A1}" dt="2025-06-10T21:14:02.437" v="2495" actId="13822"/>
          <ac:spMkLst>
            <pc:docMk/>
            <pc:sldMk cId="3335857815" sldId="337"/>
            <ac:spMk id="23" creationId="{B851CD39-3209-446E-DB83-87C133AABB7F}"/>
          </ac:spMkLst>
        </pc:spChg>
        <pc:spChg chg="add mod">
          <ac:chgData name="FRANCESCO MARIA TORINO" userId="34a0d49b-5219-4775-9879-2b7012d14a9a" providerId="ADAL" clId="{F93F12C3-B242-AD46-BD69-7C79EEB010A1}" dt="2025-06-10T21:14:18.770" v="2499" actId="1076"/>
          <ac:spMkLst>
            <pc:docMk/>
            <pc:sldMk cId="3335857815" sldId="337"/>
            <ac:spMk id="24" creationId="{BF7E1B79-38E3-2E39-A7EF-3D30C387B150}"/>
          </ac:spMkLst>
        </pc:spChg>
        <pc:spChg chg="add mod">
          <ac:chgData name="FRANCESCO MARIA TORINO" userId="34a0d49b-5219-4775-9879-2b7012d14a9a" providerId="ADAL" clId="{F93F12C3-B242-AD46-BD69-7C79EEB010A1}" dt="2025-06-10T21:14:54.569" v="2533" actId="20577"/>
          <ac:spMkLst>
            <pc:docMk/>
            <pc:sldMk cId="3335857815" sldId="337"/>
            <ac:spMk id="25" creationId="{2E5CD608-437C-D1D1-E1E3-7ED749275A39}"/>
          </ac:spMkLst>
        </pc:spChg>
        <pc:picChg chg="add del mod">
          <ac:chgData name="FRANCESCO MARIA TORINO" userId="34a0d49b-5219-4775-9879-2b7012d14a9a" providerId="ADAL" clId="{F93F12C3-B242-AD46-BD69-7C79EEB010A1}" dt="2025-06-10T21:12:52.250" v="2483" actId="1076"/>
          <ac:picMkLst>
            <pc:docMk/>
            <pc:sldMk cId="3335857815" sldId="337"/>
            <ac:picMk id="4" creationId="{F1A3CEC0-BEE1-7BF6-02F2-1C8C29D7EA49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2" creationId="{59F68FC0-DB98-7FC1-9321-68EF17A959C5}"/>
          </ac:picMkLst>
        </pc:picChg>
        <pc:picChg chg="mod">
          <ac:chgData name="FRANCESCO MARIA TORINO" userId="34a0d49b-5219-4775-9879-2b7012d14a9a" providerId="ADAL" clId="{F93F12C3-B242-AD46-BD69-7C79EEB010A1}" dt="2025-06-10T21:14:33.774" v="2528" actId="1076"/>
          <ac:picMkLst>
            <pc:docMk/>
            <pc:sldMk cId="3335857815" sldId="337"/>
            <ac:picMk id="13" creationId="{C29191AD-FB18-DB20-2449-13A12EE62C2F}"/>
          </ac:picMkLst>
        </pc:picChg>
        <pc:picChg chg="add mod">
          <ac:chgData name="FRANCESCO MARIA TORINO" userId="34a0d49b-5219-4775-9879-2b7012d14a9a" providerId="ADAL" clId="{F93F12C3-B242-AD46-BD69-7C79EEB010A1}" dt="2025-06-10T21:18:00.121" v="2557" actId="1076"/>
          <ac:picMkLst>
            <pc:docMk/>
            <pc:sldMk cId="3335857815" sldId="337"/>
            <ac:picMk id="27" creationId="{F99364D3-AE04-0DA6-AC00-5710B1DF80A9}"/>
          </ac:picMkLst>
        </pc:picChg>
      </pc:sldChg>
      <pc:sldChg chg="addSp modSp add mod ord modAnim">
        <pc:chgData name="FRANCESCO MARIA TORINO" userId="34a0d49b-5219-4775-9879-2b7012d14a9a" providerId="ADAL" clId="{F93F12C3-B242-AD46-BD69-7C79EEB010A1}" dt="2025-06-10T21:24:47.617" v="2816"/>
        <pc:sldMkLst>
          <pc:docMk/>
          <pc:sldMk cId="1284434186" sldId="338"/>
        </pc:sldMkLst>
        <pc:spChg chg="mod">
          <ac:chgData name="FRANCESCO MARIA TORINO" userId="34a0d49b-5219-4775-9879-2b7012d14a9a" providerId="ADAL" clId="{F93F12C3-B242-AD46-BD69-7C79EEB010A1}" dt="2025-06-10T21:19:53.488" v="2699" actId="20577"/>
          <ac:spMkLst>
            <pc:docMk/>
            <pc:sldMk cId="1284434186" sldId="338"/>
            <ac:spMk id="3" creationId="{4D3B7B0F-C47A-CDC6-6A0B-5CC5C93D4304}"/>
          </ac:spMkLst>
        </pc:spChg>
        <pc:spChg chg="mod">
          <ac:chgData name="FRANCESCO MARIA TORINO" userId="34a0d49b-5219-4775-9879-2b7012d14a9a" providerId="ADAL" clId="{F93F12C3-B242-AD46-BD69-7C79EEB010A1}" dt="2025-06-10T21:19:14.676" v="2628" actId="20577"/>
          <ac:spMkLst>
            <pc:docMk/>
            <pc:sldMk cId="1284434186" sldId="338"/>
            <ac:spMk id="14" creationId="{619E8917-632E-63B3-F846-162E9F474EE6}"/>
          </ac:spMkLst>
        </pc:sp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4" creationId="{E170A58D-0FB6-86AA-CAE6-7A262740B957}"/>
          </ac:picMkLst>
        </pc:picChg>
        <pc:picChg chg="add mod">
          <ac:chgData name="FRANCESCO MARIA TORINO" userId="34a0d49b-5219-4775-9879-2b7012d14a9a" providerId="ADAL" clId="{F93F12C3-B242-AD46-BD69-7C79EEB010A1}" dt="2025-06-10T21:24:47.617" v="2816"/>
          <ac:picMkLst>
            <pc:docMk/>
            <pc:sldMk cId="1284434186" sldId="338"/>
            <ac:picMk id="6" creationId="{CB60E945-63C2-5207-814A-BDD40C9287DC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19:03.614" v="2601"/>
        <pc:sldMkLst>
          <pc:docMk/>
          <pc:sldMk cId="1749695365" sldId="338"/>
        </pc:sldMkLst>
      </pc:sldChg>
      <pc:sldChg chg="addSp delSp modSp add mod ord delAnim modAnim">
        <pc:chgData name="FRANCESCO MARIA TORINO" userId="34a0d49b-5219-4775-9879-2b7012d14a9a" providerId="ADAL" clId="{F93F12C3-B242-AD46-BD69-7C79EEB010A1}" dt="2025-06-10T21:22:41.510" v="2794" actId="1076"/>
        <pc:sldMkLst>
          <pc:docMk/>
          <pc:sldMk cId="1132302902" sldId="339"/>
        </pc:sldMkLst>
        <pc:spChg chg="add mod">
          <ac:chgData name="FRANCESCO MARIA TORINO" userId="34a0d49b-5219-4775-9879-2b7012d14a9a" providerId="ADAL" clId="{F93F12C3-B242-AD46-BD69-7C79EEB010A1}" dt="2025-06-10T21:22:41.510" v="2794" actId="1076"/>
          <ac:spMkLst>
            <pc:docMk/>
            <pc:sldMk cId="1132302902" sldId="339"/>
            <ac:spMk id="6" creationId="{AAC9859A-53D9-5C78-6EF5-A45961F64D5B}"/>
          </ac:spMkLst>
        </pc:spChg>
        <pc:spChg chg="mod">
          <ac:chgData name="FRANCESCO MARIA TORINO" userId="34a0d49b-5219-4775-9879-2b7012d14a9a" providerId="ADAL" clId="{F93F12C3-B242-AD46-BD69-7C79EEB010A1}" dt="2025-06-10T21:20:58.997" v="2712" actId="20577"/>
          <ac:spMkLst>
            <pc:docMk/>
            <pc:sldMk cId="1132302902" sldId="339"/>
            <ac:spMk id="22" creationId="{69570DD0-B615-086E-E4EC-BB8D907A47D8}"/>
          </ac:spMkLst>
        </pc:spChg>
        <pc:spChg chg="mod">
          <ac:chgData name="FRANCESCO MARIA TORINO" userId="34a0d49b-5219-4775-9879-2b7012d14a9a" providerId="ADAL" clId="{F93F12C3-B242-AD46-BD69-7C79EEB010A1}" dt="2025-06-10T21:21:22.623" v="2728" actId="14100"/>
          <ac:spMkLst>
            <pc:docMk/>
            <pc:sldMk cId="1132302902" sldId="339"/>
            <ac:spMk id="25" creationId="{69962901-2733-66D2-A45F-284C50A9D8AF}"/>
          </ac:spMkLst>
        </pc:spChg>
        <pc:picChg chg="add mod">
          <ac:chgData name="FRANCESCO MARIA TORINO" userId="34a0d49b-5219-4775-9879-2b7012d14a9a" providerId="ADAL" clId="{F93F12C3-B242-AD46-BD69-7C79EEB010A1}" dt="2025-06-10T21:21:14.906" v="2719" actId="1076"/>
          <ac:picMkLst>
            <pc:docMk/>
            <pc:sldMk cId="1132302902" sldId="339"/>
            <ac:picMk id="3" creationId="{F959220D-F0C6-C571-62D9-2662D3013B56}"/>
          </ac:picMkLst>
        </pc:picChg>
      </pc:sldChg>
      <pc:sldChg chg="add del">
        <pc:chgData name="FRANCESCO MARIA TORINO" userId="34a0d49b-5219-4775-9879-2b7012d14a9a" providerId="ADAL" clId="{F93F12C3-B242-AD46-BD69-7C79EEB010A1}" dt="2025-06-10T21:27:12.840" v="2818"/>
        <pc:sldMkLst>
          <pc:docMk/>
          <pc:sldMk cId="1689075287" sldId="340"/>
        </pc:sldMkLst>
      </pc:sldChg>
      <pc:sldChg chg="addSp delSp modSp add mod ord">
        <pc:chgData name="FRANCESCO MARIA TORINO" userId="34a0d49b-5219-4775-9879-2b7012d14a9a" providerId="ADAL" clId="{F93F12C3-B242-AD46-BD69-7C79EEB010A1}" dt="2025-06-10T21:39:18.266" v="2895" actId="1076"/>
        <pc:sldMkLst>
          <pc:docMk/>
          <pc:sldMk cId="1738738275" sldId="340"/>
        </pc:sldMkLst>
        <pc:spChg chg="mod">
          <ac:chgData name="FRANCESCO MARIA TORINO" userId="34a0d49b-5219-4775-9879-2b7012d14a9a" providerId="ADAL" clId="{F93F12C3-B242-AD46-BD69-7C79EEB010A1}" dt="2025-06-10T21:27:40.626" v="2838" actId="20577"/>
          <ac:spMkLst>
            <pc:docMk/>
            <pc:sldMk cId="1738738275" sldId="340"/>
            <ac:spMk id="139" creationId="{0ACFEEDB-E208-CD99-C707-1185C29A5214}"/>
          </ac:spMkLst>
        </pc:spChg>
        <pc:picChg chg="add mod">
          <ac:chgData name="FRANCESCO MARIA TORINO" userId="34a0d49b-5219-4775-9879-2b7012d14a9a" providerId="ADAL" clId="{F93F12C3-B242-AD46-BD69-7C79EEB010A1}" dt="2025-06-10T21:39:18.266" v="2895" actId="1076"/>
          <ac:picMkLst>
            <pc:docMk/>
            <pc:sldMk cId="1738738275" sldId="340"/>
            <ac:picMk id="11" creationId="{C6D94EDA-7F2C-F4A6-CCD5-43785938953C}"/>
          </ac:picMkLst>
        </pc:picChg>
      </pc:sldChg>
      <pc:sldChg chg="addSp delSp modSp add mod delAnim">
        <pc:chgData name="FRANCESCO MARIA TORINO" userId="34a0d49b-5219-4775-9879-2b7012d14a9a" providerId="ADAL" clId="{F93F12C3-B242-AD46-BD69-7C79EEB010A1}" dt="2025-06-10T21:32:00.689" v="2859" actId="1076"/>
        <pc:sldMkLst>
          <pc:docMk/>
          <pc:sldMk cId="2861811060" sldId="341"/>
        </pc:sldMkLst>
        <pc:spChg chg="add mod">
          <ac:chgData name="FRANCESCO MARIA TORINO" userId="34a0d49b-5219-4775-9879-2b7012d14a9a" providerId="ADAL" clId="{F93F12C3-B242-AD46-BD69-7C79EEB010A1}" dt="2025-06-10T21:30:42.575" v="2844" actId="1076"/>
          <ac:spMkLst>
            <pc:docMk/>
            <pc:sldMk cId="2861811060" sldId="341"/>
            <ac:spMk id="2" creationId="{1F29BB38-F1DA-98D3-D665-904246E8026A}"/>
          </ac:spMkLst>
        </pc:spChg>
        <pc:spChg chg="add mod">
          <ac:chgData name="FRANCESCO MARIA TORINO" userId="34a0d49b-5219-4775-9879-2b7012d14a9a" providerId="ADAL" clId="{F93F12C3-B242-AD46-BD69-7C79EEB010A1}" dt="2025-06-10T21:32:00.689" v="2859" actId="1076"/>
          <ac:spMkLst>
            <pc:docMk/>
            <pc:sldMk cId="2861811060" sldId="341"/>
            <ac:spMk id="7" creationId="{BD6E95F0-7A07-0099-22F1-56BBF15B1B06}"/>
          </ac:spMkLst>
        </pc:spChg>
        <pc:spChg chg="add mod">
          <ac:chgData name="FRANCESCO MARIA TORINO" userId="34a0d49b-5219-4775-9879-2b7012d14a9a" providerId="ADAL" clId="{F93F12C3-B242-AD46-BD69-7C79EEB010A1}" dt="2025-06-10T21:31:26.843" v="2853" actId="1076"/>
          <ac:spMkLst>
            <pc:docMk/>
            <pc:sldMk cId="2861811060" sldId="341"/>
            <ac:spMk id="10" creationId="{4605C894-B1D1-56A8-6E88-C9EC4066E2BD}"/>
          </ac:spMkLst>
        </pc:spChg>
        <pc:picChg chg="add mod">
          <ac:chgData name="FRANCESCO MARIA TORINO" userId="34a0d49b-5219-4775-9879-2b7012d14a9a" providerId="ADAL" clId="{F93F12C3-B242-AD46-BD69-7C79EEB010A1}" dt="2025-06-10T21:30:42.575" v="2844" actId="1076"/>
          <ac:picMkLst>
            <pc:docMk/>
            <pc:sldMk cId="2861811060" sldId="341"/>
            <ac:picMk id="4" creationId="{D3C23759-4D28-9F12-603D-6BD63AAE9807}"/>
          </ac:picMkLst>
        </pc:picChg>
        <pc:picChg chg="add mod">
          <ac:chgData name="FRANCESCO MARIA TORINO" userId="34a0d49b-5219-4775-9879-2b7012d14a9a" providerId="ADAL" clId="{F93F12C3-B242-AD46-BD69-7C79EEB010A1}" dt="2025-06-10T21:32:00.689" v="2859" actId="1076"/>
          <ac:picMkLst>
            <pc:docMk/>
            <pc:sldMk cId="2861811060" sldId="341"/>
            <ac:picMk id="8" creationId="{22018123-4142-85E3-CB9F-751D2A30DFAF}"/>
          </ac:picMkLst>
        </pc:picChg>
        <pc:picChg chg="add mod">
          <ac:chgData name="FRANCESCO MARIA TORINO" userId="34a0d49b-5219-4775-9879-2b7012d14a9a" providerId="ADAL" clId="{F93F12C3-B242-AD46-BD69-7C79EEB010A1}" dt="2025-06-10T21:31:41.652" v="2858" actId="166"/>
          <ac:picMkLst>
            <pc:docMk/>
            <pc:sldMk cId="2861811060" sldId="341"/>
            <ac:picMk id="9" creationId="{55A2522C-C2A5-CC1A-CB9A-0F0260F2355C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39.566" v="3201" actId="478"/>
        <pc:sldMkLst>
          <pc:docMk/>
          <pc:sldMk cId="3047632568" sldId="342"/>
        </pc:sldMkLst>
        <pc:spChg chg="add mod">
          <ac:chgData name="FRANCESCO MARIA TORINO" userId="34a0d49b-5219-4775-9879-2b7012d14a9a" providerId="ADAL" clId="{F93F12C3-B242-AD46-BD69-7C79EEB010A1}" dt="2025-06-10T21:45:59.674" v="3054" actId="20577"/>
          <ac:spMkLst>
            <pc:docMk/>
            <pc:sldMk cId="3047632568" sldId="342"/>
            <ac:spMk id="4" creationId="{66DFDE2A-792D-B3AE-D9F6-63151706E992}"/>
          </ac:spMkLst>
        </pc:spChg>
        <pc:spChg chg="mod">
          <ac:chgData name="FRANCESCO MARIA TORINO" userId="34a0d49b-5219-4775-9879-2b7012d14a9a" providerId="ADAL" clId="{F93F12C3-B242-AD46-BD69-7C79EEB010A1}" dt="2025-06-10T21:37:11.588" v="2887" actId="20577"/>
          <ac:spMkLst>
            <pc:docMk/>
            <pc:sldMk cId="3047632568" sldId="342"/>
            <ac:spMk id="139" creationId="{C30A18E7-E03E-D2E5-C5AC-F55C2FA8C31C}"/>
          </ac:spMkLst>
        </pc:spChg>
        <pc:picChg chg="add mod">
          <ac:chgData name="FRANCESCO MARIA TORINO" userId="34a0d49b-5219-4775-9879-2b7012d14a9a" providerId="ADAL" clId="{F93F12C3-B242-AD46-BD69-7C79EEB010A1}" dt="2025-06-10T21:45:40.882" v="3027" actId="1076"/>
          <ac:picMkLst>
            <pc:docMk/>
            <pc:sldMk cId="3047632568" sldId="342"/>
            <ac:picMk id="3" creationId="{B930E060-3D07-19B5-EBB0-154BAC9589DE}"/>
          </ac:picMkLst>
        </pc:picChg>
      </pc:sldChg>
      <pc:sldChg chg="addSp delSp modSp add mod modAnim">
        <pc:chgData name="FRANCESCO MARIA TORINO" userId="34a0d49b-5219-4775-9879-2b7012d14a9a" providerId="ADAL" clId="{F93F12C3-B242-AD46-BD69-7C79EEB010A1}" dt="2025-06-10T21:42:46.896" v="2985" actId="1076"/>
        <pc:sldMkLst>
          <pc:docMk/>
          <pc:sldMk cId="1640096264" sldId="343"/>
        </pc:sldMkLst>
        <pc:spChg chg="add mod">
          <ac:chgData name="FRANCESCO MARIA TORINO" userId="34a0d49b-5219-4775-9879-2b7012d14a9a" providerId="ADAL" clId="{F93F12C3-B242-AD46-BD69-7C79EEB010A1}" dt="2025-06-10T21:42:23.175" v="2972" actId="14100"/>
          <ac:spMkLst>
            <pc:docMk/>
            <pc:sldMk cId="1640096264" sldId="343"/>
            <ac:spMk id="2" creationId="{5E8CA803-DBEA-750D-44D8-AA81028051C8}"/>
          </ac:spMkLst>
        </pc:spChg>
        <pc:spChg chg="add mod">
          <ac:chgData name="FRANCESCO MARIA TORINO" userId="34a0d49b-5219-4775-9879-2b7012d14a9a" providerId="ADAL" clId="{F93F12C3-B242-AD46-BD69-7C79EEB010A1}" dt="2025-06-10T21:41:20.420" v="2959" actId="1076"/>
          <ac:spMkLst>
            <pc:docMk/>
            <pc:sldMk cId="1640096264" sldId="343"/>
            <ac:spMk id="3" creationId="{23BD4555-BE4C-D638-EEFB-D36D7BF524C4}"/>
          </ac:spMkLst>
        </pc:spChg>
        <pc:spChg chg="add mod">
          <ac:chgData name="FRANCESCO MARIA TORINO" userId="34a0d49b-5219-4775-9879-2b7012d14a9a" providerId="ADAL" clId="{F93F12C3-B242-AD46-BD69-7C79EEB010A1}" dt="2025-06-10T21:41:52.885" v="2965" actId="13822"/>
          <ac:spMkLst>
            <pc:docMk/>
            <pc:sldMk cId="1640096264" sldId="343"/>
            <ac:spMk id="7" creationId="{F7E514E7-835D-E73C-F943-87E424C515C7}"/>
          </ac:spMkLst>
        </pc:spChg>
        <pc:spChg chg="add mod">
          <ac:chgData name="FRANCESCO MARIA TORINO" userId="34a0d49b-5219-4775-9879-2b7012d14a9a" providerId="ADAL" clId="{F93F12C3-B242-AD46-BD69-7C79EEB010A1}" dt="2025-06-10T21:42:26.492" v="2979" actId="20577"/>
          <ac:spMkLst>
            <pc:docMk/>
            <pc:sldMk cId="1640096264" sldId="343"/>
            <ac:spMk id="8" creationId="{04212CEC-F4BC-9499-9511-B817FFE7FA7E}"/>
          </ac:spMkLst>
        </pc:spChg>
        <pc:picChg chg="add mod">
          <ac:chgData name="FRANCESCO MARIA TORINO" userId="34a0d49b-5219-4775-9879-2b7012d14a9a" providerId="ADAL" clId="{F93F12C3-B242-AD46-BD69-7C79EEB010A1}" dt="2025-06-10T21:41:20.420" v="2959" actId="1076"/>
          <ac:picMkLst>
            <pc:docMk/>
            <pc:sldMk cId="1640096264" sldId="343"/>
            <ac:picMk id="4" creationId="{B4EDD027-DFC9-947D-E250-0E60E707FD96}"/>
          </ac:picMkLst>
        </pc:picChg>
        <pc:picChg chg="add mod">
          <ac:chgData name="FRANCESCO MARIA TORINO" userId="34a0d49b-5219-4775-9879-2b7012d14a9a" providerId="ADAL" clId="{F93F12C3-B242-AD46-BD69-7C79EEB010A1}" dt="2025-06-10T21:42:46.896" v="2985" actId="1076"/>
          <ac:picMkLst>
            <pc:docMk/>
            <pc:sldMk cId="1640096264" sldId="343"/>
            <ac:picMk id="10" creationId="{9EB6A96D-00D7-2F74-0FCE-850747014574}"/>
          </ac:picMkLst>
        </pc:picChg>
        <pc:picChg chg="mod">
          <ac:chgData name="FRANCESCO MARIA TORINO" userId="34a0d49b-5219-4775-9879-2b7012d14a9a" providerId="ADAL" clId="{F93F12C3-B242-AD46-BD69-7C79EEB010A1}" dt="2025-06-10T21:39:28.974" v="2899" actId="14100"/>
          <ac:picMkLst>
            <pc:docMk/>
            <pc:sldMk cId="1640096264" sldId="343"/>
            <ac:picMk id="11" creationId="{6FE8A79B-CF3A-65AE-CE80-945F6131E994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44:22.691" v="3022" actId="1076"/>
        <pc:sldMkLst>
          <pc:docMk/>
          <pc:sldMk cId="301501828" sldId="344"/>
        </pc:sldMkLst>
        <pc:spChg chg="mod">
          <ac:chgData name="FRANCESCO MARIA TORINO" userId="34a0d49b-5219-4775-9879-2b7012d14a9a" providerId="ADAL" clId="{F93F12C3-B242-AD46-BD69-7C79EEB010A1}" dt="2025-06-10T21:43:28.186" v="2996" actId="20577"/>
          <ac:spMkLst>
            <pc:docMk/>
            <pc:sldMk cId="301501828" sldId="344"/>
            <ac:spMk id="2" creationId="{07BB5347-1CE3-2AA6-800A-D4220D4555BB}"/>
          </ac:spMkLst>
        </pc:spChg>
        <pc:picChg chg="add mod">
          <ac:chgData name="FRANCESCO MARIA TORINO" userId="34a0d49b-5219-4775-9879-2b7012d14a9a" providerId="ADAL" clId="{F93F12C3-B242-AD46-BD69-7C79EEB010A1}" dt="2025-06-10T21:44:22.691" v="3022" actId="1076"/>
          <ac:picMkLst>
            <pc:docMk/>
            <pc:sldMk cId="301501828" sldId="344"/>
            <ac:picMk id="9" creationId="{FE0F71B7-2800-F4D3-738D-66D8C42ABCF2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2:25.510" v="3135" actId="20577"/>
        <pc:sldMkLst>
          <pc:docMk/>
          <pc:sldMk cId="2474364644" sldId="345"/>
        </pc:sldMkLst>
        <pc:spChg chg="mod">
          <ac:chgData name="FRANCESCO MARIA TORINO" userId="34a0d49b-5219-4775-9879-2b7012d14a9a" providerId="ADAL" clId="{F93F12C3-B242-AD46-BD69-7C79EEB010A1}" dt="2025-06-10T21:47:41.270" v="3070" actId="1076"/>
          <ac:spMkLst>
            <pc:docMk/>
            <pc:sldMk cId="2474364644" sldId="345"/>
            <ac:spMk id="4" creationId="{6B5B1DF2-7B9E-3B12-935A-C6F923515E7E}"/>
          </ac:spMkLst>
        </pc:spChg>
        <pc:spChg chg="add mod">
          <ac:chgData name="FRANCESCO MARIA TORINO" userId="34a0d49b-5219-4775-9879-2b7012d14a9a" providerId="ADAL" clId="{F93F12C3-B242-AD46-BD69-7C79EEB010A1}" dt="2025-06-10T21:52:25.510" v="3135" actId="20577"/>
          <ac:spMkLst>
            <pc:docMk/>
            <pc:sldMk cId="2474364644" sldId="345"/>
            <ac:spMk id="6" creationId="{488461EA-A6AF-CE3F-6F01-B43ACECFF69B}"/>
          </ac:spMkLst>
        </pc:spChg>
        <pc:picChg chg="mod">
          <ac:chgData name="FRANCESCO MARIA TORINO" userId="34a0d49b-5219-4775-9879-2b7012d14a9a" providerId="ADAL" clId="{F93F12C3-B242-AD46-BD69-7C79EEB010A1}" dt="2025-06-10T21:47:44.133" v="3071" actId="1076"/>
          <ac:picMkLst>
            <pc:docMk/>
            <pc:sldMk cId="2474364644" sldId="345"/>
            <ac:picMk id="3" creationId="{4FBECF0C-E6C1-88E9-A657-D8364BFA5BDB}"/>
          </ac:picMkLst>
        </pc:picChg>
      </pc:sldChg>
      <pc:sldChg chg="addSp delSp modSp add mod">
        <pc:chgData name="FRANCESCO MARIA TORINO" userId="34a0d49b-5219-4775-9879-2b7012d14a9a" providerId="ADAL" clId="{F93F12C3-B242-AD46-BD69-7C79EEB010A1}" dt="2025-06-10T21:55:21.983" v="3198" actId="1076"/>
        <pc:sldMkLst>
          <pc:docMk/>
          <pc:sldMk cId="2068345751" sldId="346"/>
        </pc:sldMkLst>
        <pc:spChg chg="mod">
          <ac:chgData name="FRANCESCO MARIA TORINO" userId="34a0d49b-5219-4775-9879-2b7012d14a9a" providerId="ADAL" clId="{F93F12C3-B242-AD46-BD69-7C79EEB010A1}" dt="2025-06-10T21:51:30.424" v="3108" actId="14100"/>
          <ac:spMkLst>
            <pc:docMk/>
            <pc:sldMk cId="2068345751" sldId="346"/>
            <ac:spMk id="5" creationId="{08A568DF-D3A4-E454-5C58-D61058DF478A}"/>
          </ac:spMkLst>
        </pc:spChg>
        <pc:spChg chg="add mod">
          <ac:chgData name="FRANCESCO MARIA TORINO" userId="34a0d49b-5219-4775-9879-2b7012d14a9a" providerId="ADAL" clId="{F93F12C3-B242-AD46-BD69-7C79EEB010A1}" dt="2025-06-10T21:52:57.765" v="3144" actId="113"/>
          <ac:spMkLst>
            <pc:docMk/>
            <pc:sldMk cId="2068345751" sldId="346"/>
            <ac:spMk id="6" creationId="{5B896E3C-BEEC-2A38-A4EF-AAB55AA0B692}"/>
          </ac:spMkLst>
        </pc:spChg>
        <pc:spChg chg="mod">
          <ac:chgData name="FRANCESCO MARIA TORINO" userId="34a0d49b-5219-4775-9879-2b7012d14a9a" providerId="ADAL" clId="{F93F12C3-B242-AD46-BD69-7C79EEB010A1}" dt="2025-06-10T21:51:48.638" v="3132" actId="1076"/>
          <ac:spMkLst>
            <pc:docMk/>
            <pc:sldMk cId="2068345751" sldId="346"/>
            <ac:spMk id="139" creationId="{8739145D-AB15-2A87-CB8A-6EDAEDC95BEB}"/>
          </ac:spMkLst>
        </pc:spChg>
        <pc:picChg chg="add mod">
          <ac:chgData name="FRANCESCO MARIA TORINO" userId="34a0d49b-5219-4775-9879-2b7012d14a9a" providerId="ADAL" clId="{F93F12C3-B242-AD46-BD69-7C79EEB010A1}" dt="2025-06-10T21:55:21.983" v="3198" actId="1076"/>
          <ac:picMkLst>
            <pc:docMk/>
            <pc:sldMk cId="2068345751" sldId="346"/>
            <ac:picMk id="9" creationId="{3253274E-B7B5-2ED2-64E3-06045AE4F093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4.393" v="3199"/>
        <pc:sldMkLst>
          <pc:docMk/>
          <pc:sldMk cId="1274630862" sldId="347"/>
        </pc:sldMkLst>
        <pc:spChg chg="mod">
          <ac:chgData name="FRANCESCO MARIA TORINO" userId="34a0d49b-5219-4775-9879-2b7012d14a9a" providerId="ADAL" clId="{F93F12C3-B242-AD46-BD69-7C79EEB010A1}" dt="2025-06-10T21:53:30.482" v="3162" actId="113"/>
          <ac:spMkLst>
            <pc:docMk/>
            <pc:sldMk cId="1274630862" sldId="347"/>
            <ac:spMk id="6" creationId="{3D706C96-7A02-BBC6-1B3D-B9629CE09514}"/>
          </ac:spMkLst>
        </pc:spChg>
        <pc:spChg chg="mod">
          <ac:chgData name="FRANCESCO MARIA TORINO" userId="34a0d49b-5219-4775-9879-2b7012d14a9a" providerId="ADAL" clId="{F93F12C3-B242-AD46-BD69-7C79EEB010A1}" dt="2025-06-10T21:53:24.635" v="3159" actId="20577"/>
          <ac:spMkLst>
            <pc:docMk/>
            <pc:sldMk cId="1274630862" sldId="347"/>
            <ac:spMk id="139" creationId="{582ECA4D-7202-0C44-D33F-D67190B21463}"/>
          </ac:spMkLst>
        </pc:spChg>
        <pc:picChg chg="add mod">
          <ac:chgData name="FRANCESCO MARIA TORINO" userId="34a0d49b-5219-4775-9879-2b7012d14a9a" providerId="ADAL" clId="{F93F12C3-B242-AD46-BD69-7C79EEB010A1}" dt="2025-06-10T21:55:24.393" v="3199"/>
          <ac:picMkLst>
            <pc:docMk/>
            <pc:sldMk cId="1274630862" sldId="347"/>
            <ac:picMk id="2" creationId="{B661D8EF-D7CE-13D1-F2F6-ECDC1C2CF0D7}"/>
          </ac:picMkLst>
        </pc:picChg>
      </pc:sldChg>
      <pc:sldChg chg="addSp modSp add mod">
        <pc:chgData name="FRANCESCO MARIA TORINO" userId="34a0d49b-5219-4775-9879-2b7012d14a9a" providerId="ADAL" clId="{F93F12C3-B242-AD46-BD69-7C79EEB010A1}" dt="2025-06-10T21:55:25.711" v="3200"/>
        <pc:sldMkLst>
          <pc:docMk/>
          <pc:sldMk cId="1951111905" sldId="348"/>
        </pc:sldMkLst>
        <pc:spChg chg="mod">
          <ac:chgData name="FRANCESCO MARIA TORINO" userId="34a0d49b-5219-4775-9879-2b7012d14a9a" providerId="ADAL" clId="{F93F12C3-B242-AD46-BD69-7C79EEB010A1}" dt="2025-06-10T21:53:54.352" v="3193" actId="113"/>
          <ac:spMkLst>
            <pc:docMk/>
            <pc:sldMk cId="1951111905" sldId="348"/>
            <ac:spMk id="6" creationId="{3A876DE7-0B94-9492-741C-07A23E090AC7}"/>
          </ac:spMkLst>
        </pc:spChg>
        <pc:spChg chg="mod">
          <ac:chgData name="FRANCESCO MARIA TORINO" userId="34a0d49b-5219-4775-9879-2b7012d14a9a" providerId="ADAL" clId="{F93F12C3-B242-AD46-BD69-7C79EEB010A1}" dt="2025-06-10T21:53:41.952" v="3190" actId="20577"/>
          <ac:spMkLst>
            <pc:docMk/>
            <pc:sldMk cId="1951111905" sldId="348"/>
            <ac:spMk id="139" creationId="{43D48912-4872-2245-2A69-45DBA7D1BDBD}"/>
          </ac:spMkLst>
        </pc:spChg>
        <pc:picChg chg="add mod">
          <ac:chgData name="FRANCESCO MARIA TORINO" userId="34a0d49b-5219-4775-9879-2b7012d14a9a" providerId="ADAL" clId="{F93F12C3-B242-AD46-BD69-7C79EEB010A1}" dt="2025-06-10T21:55:25.711" v="3200"/>
          <ac:picMkLst>
            <pc:docMk/>
            <pc:sldMk cId="1951111905" sldId="348"/>
            <ac:picMk id="2" creationId="{EE22DFBA-52ED-2935-C86C-94B5AFE7F3BD}"/>
          </ac:picMkLst>
        </pc:picChg>
      </pc:sldChg>
    </pc:docChg>
  </pc:docChgLst>
  <pc:docChgLst>
    <pc:chgData name="FRANCESCO ALESSANDRO PINTO" userId="S::f.pinto16@studenti.unisa.it::e647daa0-8c8c-43db-a63e-434c81645a35" providerId="AD" clId="Web-{134111D7-CDBE-54AB-926A-9076C308F5E6}"/>
    <pc:docChg chg="addSld modSld">
      <pc:chgData name="FRANCESCO ALESSANDRO PINTO" userId="S::f.pinto16@studenti.unisa.it::e647daa0-8c8c-43db-a63e-434c81645a35" providerId="AD" clId="Web-{134111D7-CDBE-54AB-926A-9076C308F5E6}" dt="2025-05-23T14:49:13.025" v="85" actId="1076"/>
      <pc:docMkLst>
        <pc:docMk/>
      </pc:docMkLst>
      <pc:sldChg chg="addSp delSp modSp add replId">
        <pc:chgData name="FRANCESCO ALESSANDRO PINTO" userId="S::f.pinto16@studenti.unisa.it::e647daa0-8c8c-43db-a63e-434c81645a35" providerId="AD" clId="Web-{134111D7-CDBE-54AB-926A-9076C308F5E6}" dt="2025-05-23T14:49:13.025" v="85" actId="1076"/>
        <pc:sldMkLst>
          <pc:docMk/>
          <pc:sldMk cId="2799825697" sldId="281"/>
        </pc:sldMkLst>
        <pc:spChg chg="mod">
          <ac:chgData name="FRANCESCO ALESSANDRO PINTO" userId="S::f.pinto16@studenti.unisa.it::e647daa0-8c8c-43db-a63e-434c81645a35" providerId="AD" clId="Web-{134111D7-CDBE-54AB-926A-9076C308F5E6}" dt="2025-05-23T14:44:34.874" v="51" actId="20577"/>
          <ac:spMkLst>
            <pc:docMk/>
            <pc:sldMk cId="2799825697" sldId="281"/>
            <ac:spMk id="3" creationId="{B4FF3A5D-E133-0C4E-672C-04B75278C8AE}"/>
          </ac:spMkLst>
        </pc:spChg>
        <pc:picChg chg="add mod">
          <ac:chgData name="FRANCESCO ALESSANDRO PINTO" userId="S::f.pinto16@studenti.unisa.it::e647daa0-8c8c-43db-a63e-434c81645a35" providerId="AD" clId="Web-{134111D7-CDBE-54AB-926A-9076C308F5E6}" dt="2025-05-23T14:49:13.025" v="85" actId="1076"/>
          <ac:picMkLst>
            <pc:docMk/>
            <pc:sldMk cId="2799825697" sldId="281"/>
            <ac:picMk id="2" creationId="{851CA106-1FF0-A12B-54AB-00A03E21C076}"/>
          </ac:picMkLst>
        </pc:picChg>
        <pc:picChg chg="add mod">
          <ac:chgData name="FRANCESCO ALESSANDRO PINTO" userId="S::f.pinto16@studenti.unisa.it::e647daa0-8c8c-43db-a63e-434c81645a35" providerId="AD" clId="Web-{134111D7-CDBE-54AB-926A-9076C308F5E6}" dt="2025-05-23T14:49:07.853" v="83" actId="1076"/>
          <ac:picMkLst>
            <pc:docMk/>
            <pc:sldMk cId="2799825697" sldId="281"/>
            <ac:picMk id="8" creationId="{7A654393-EF7B-323B-1140-D41A02D6D850}"/>
          </ac:picMkLst>
        </pc:picChg>
      </pc:sldChg>
    </pc:docChg>
  </pc:docChgLst>
  <pc:docChgLst>
    <pc:chgData name="FRANCESCO ALESSANDRO PINTO" userId="S::f.pinto16@studenti.unisa.it::e647daa0-8c8c-43db-a63e-434c81645a35" providerId="AD" clId="Web-{0B79AFCC-4349-3DC1-F135-F5D338F33543}"/>
    <pc:docChg chg="modSld">
      <pc:chgData name="FRANCESCO ALESSANDRO PINTO" userId="S::f.pinto16@studenti.unisa.it::e647daa0-8c8c-43db-a63e-434c81645a35" providerId="AD" clId="Web-{0B79AFCC-4349-3DC1-F135-F5D338F33543}" dt="2025-06-10T08:17:56.458" v="3" actId="1076"/>
      <pc:docMkLst>
        <pc:docMk/>
      </pc:docMkLst>
      <pc:sldChg chg="modSp">
        <pc:chgData name="FRANCESCO ALESSANDRO PINTO" userId="S::f.pinto16@studenti.unisa.it::e647daa0-8c8c-43db-a63e-434c81645a35" providerId="AD" clId="Web-{0B79AFCC-4349-3DC1-F135-F5D338F33543}" dt="2025-06-10T08:17:56.458" v="3" actId="1076"/>
        <pc:sldMkLst>
          <pc:docMk/>
          <pc:sldMk cId="3116586205" sldId="277"/>
        </pc:sldMkLst>
        <pc:picChg chg="mod">
          <ac:chgData name="FRANCESCO ALESSANDRO PINTO" userId="S::f.pinto16@studenti.unisa.it::e647daa0-8c8c-43db-a63e-434c81645a35" providerId="AD" clId="Web-{0B79AFCC-4349-3DC1-F135-F5D338F33543}" dt="2025-06-10T08:17:56.458" v="3" actId="1076"/>
          <ac:picMkLst>
            <pc:docMk/>
            <pc:sldMk cId="3116586205" sldId="277"/>
            <ac:picMk id="15" creationId="{EAA5CD09-F5E6-615A-F5CD-5CFDADAC089E}"/>
          </ac:picMkLst>
        </pc:picChg>
      </pc:sldChg>
      <pc:sldChg chg="modSp">
        <pc:chgData name="FRANCESCO ALESSANDRO PINTO" userId="S::f.pinto16@studenti.unisa.it::e647daa0-8c8c-43db-a63e-434c81645a35" providerId="AD" clId="Web-{0B79AFCC-4349-3DC1-F135-F5D338F33543}" dt="2025-06-10T08:15:35.860" v="2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0B79AFCC-4349-3DC1-F135-F5D338F33543}" dt="2025-06-10T08:15:35.860" v="2" actId="1076"/>
          <ac:picMkLst>
            <pc:docMk/>
            <pc:sldMk cId="552862991" sldId="290"/>
            <ac:picMk id="9" creationId="{ADD30302-043D-5D94-74D7-B20A774AE216}"/>
          </ac:picMkLst>
        </pc:picChg>
      </pc:sldChg>
    </pc:docChg>
  </pc:docChgLst>
  <pc:docChgLst>
    <pc:chgData name="FRANCESCO ALESSANDRO PINTO" userId="S::f.pinto16@studenti.unisa.it::e647daa0-8c8c-43db-a63e-434c81645a35" providerId="AD" clId="Web-{A3972BA8-93A5-CAC6-2183-A1006C7F85FF}"/>
    <pc:docChg chg="addSld delSld modSld">
      <pc:chgData name="FRANCESCO ALESSANDRO PINTO" userId="S::f.pinto16@studenti.unisa.it::e647daa0-8c8c-43db-a63e-434c81645a35" providerId="AD" clId="Web-{A3972BA8-93A5-CAC6-2183-A1006C7F85FF}" dt="2025-05-25T09:25:07.943" v="43" actId="20577"/>
      <pc:docMkLst>
        <pc:docMk/>
      </pc:docMkLst>
      <pc:sldChg chg="modSp">
        <pc:chgData name="FRANCESCO ALESSANDRO PINTO" userId="S::f.pinto16@studenti.unisa.it::e647daa0-8c8c-43db-a63e-434c81645a35" providerId="AD" clId="Web-{A3972BA8-93A5-CAC6-2183-A1006C7F85FF}" dt="2025-05-25T09:20:53.796" v="30"/>
        <pc:sldMkLst>
          <pc:docMk/>
          <pc:sldMk cId="1831875767" sldId="274"/>
        </pc:sldMkLst>
        <pc:spChg chg="mod">
          <ac:chgData name="FRANCESCO ALESSANDRO PINTO" userId="S::f.pinto16@studenti.unisa.it::e647daa0-8c8c-43db-a63e-434c81645a35" providerId="AD" clId="Web-{A3972BA8-93A5-CAC6-2183-A1006C7F85FF}" dt="2025-05-25T09:20:39.217" v="27"/>
          <ac:spMkLst>
            <pc:docMk/>
            <pc:sldMk cId="1831875767" sldId="274"/>
            <ac:spMk id="4" creationId="{3E834A39-6E3B-484A-A46D-B2B6A125A686}"/>
          </ac:spMkLst>
        </pc:spChg>
        <pc:spChg chg="mod">
          <ac:chgData name="FRANCESCO ALESSANDRO PINTO" userId="S::f.pinto16@studenti.unisa.it::e647daa0-8c8c-43db-a63e-434c81645a35" providerId="AD" clId="Web-{A3972BA8-93A5-CAC6-2183-A1006C7F85FF}" dt="2025-05-25T09:20:53.796" v="30"/>
          <ac:spMkLst>
            <pc:docMk/>
            <pc:sldMk cId="1831875767" sldId="274"/>
            <ac:spMk id="8" creationId="{BF56FC6E-0241-0495-1DC0-867225D6D9EF}"/>
          </ac:spMkLst>
        </pc:spChg>
      </pc:sldChg>
      <pc:sldChg chg="modSp">
        <pc:chgData name="FRANCESCO ALESSANDRO PINTO" userId="S::f.pinto16@studenti.unisa.it::e647daa0-8c8c-43db-a63e-434c81645a35" providerId="AD" clId="Web-{A3972BA8-93A5-CAC6-2183-A1006C7F85FF}" dt="2025-05-25T09:09:30.451" v="3" actId="1076"/>
        <pc:sldMkLst>
          <pc:docMk/>
          <pc:sldMk cId="552862991" sldId="290"/>
        </pc:sldMkLst>
        <pc:picChg chg="mod">
          <ac:chgData name="FRANCESCO ALESSANDRO PINTO" userId="S::f.pinto16@studenti.unisa.it::e647daa0-8c8c-43db-a63e-434c81645a35" providerId="AD" clId="Web-{A3972BA8-93A5-CAC6-2183-A1006C7F85FF}" dt="2025-05-25T09:09:30.451" v="3" actId="1076"/>
          <ac:picMkLst>
            <pc:docMk/>
            <pc:sldMk cId="552862991" sldId="290"/>
            <ac:picMk id="9" creationId="{ADD30302-043D-5D94-74D7-B20A774AE216}"/>
          </ac:picMkLst>
        </pc:picChg>
      </pc:sldChg>
      <pc:sldChg chg="modSp">
        <pc:chgData name="FRANCESCO ALESSANDRO PINTO" userId="S::f.pinto16@studenti.unisa.it::e647daa0-8c8c-43db-a63e-434c81645a35" providerId="AD" clId="Web-{A3972BA8-93A5-CAC6-2183-A1006C7F85FF}" dt="2025-05-25T09:25:07.943" v="43" actId="20577"/>
        <pc:sldMkLst>
          <pc:docMk/>
          <pc:sldMk cId="1373631670" sldId="297"/>
        </pc:sldMkLst>
      </pc:sldChg>
      <pc:sldChg chg="addSp delSp modSp add del replId">
        <pc:chgData name="FRANCESCO ALESSANDRO PINTO" userId="S::f.pinto16@studenti.unisa.it::e647daa0-8c8c-43db-a63e-434c81645a35" providerId="AD" clId="Web-{A3972BA8-93A5-CAC6-2183-A1006C7F85FF}" dt="2025-05-25T09:10:19.343" v="22"/>
        <pc:sldMkLst>
          <pc:docMk/>
          <pc:sldMk cId="1365130302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532D56C-7468-9AD0-BE21-6BA2201A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6F1E038D-6B9E-078B-8618-82E5B83F4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72AB6916-B39E-325B-4EA9-A2CE0A9B3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32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4DDE191C-2A49-AE3D-205E-DACA3217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F444506A-5654-F091-2AD7-08B84754D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D62E4541-265E-A1E8-192E-7F25BBE2B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693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1BC48D0C-B011-666D-7280-076005D6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237210AA-E10D-331A-6856-1492F831A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5F359E8C-FC19-3ADC-6FFF-65624DA30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6636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F52359A-DCDB-1219-BD4E-2B3E6561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7BDFB436-94E1-A7D3-11B5-628D3AF09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7878F7C7-2EE0-C527-DB9E-3E866593F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3282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4C0B65B5-B625-289D-B88A-64227F06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1AB70EC5-822C-CFCE-D47B-81BDBDA2F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299A10C9-DEDE-E5CF-D069-0A7EA4A41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382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0B369EEC-4699-B33D-A873-40DF3336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39856CF3-2493-ECFD-C7E5-A017B1465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4573DB9F-472A-AB84-F8E7-1894383EE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3329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9427EB1-76BC-2581-ED54-98F3EEF2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C2DD8C06-DED9-5D8F-11EA-9DCB0736D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FCDB083F-E27D-EEC9-16A5-9E08DABE4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477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28F2A682-6A09-81E0-A98D-E1BEB377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80A92585-2E6D-97D5-CE68-FF0C7599D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E811484F-56DB-99D0-FB70-7C8EFC5C9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3805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F6FDB3A-14E2-EFAD-2CA6-480B01D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04C3B3EF-1F9B-F9E9-4925-0E12266C2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69AC92C7-0D8C-B41E-21E5-2380480D1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904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61C544CC-A5E0-3AD1-FB44-11862B9A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FD0EE818-CA75-DE95-D37F-CB5C4762C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E393FD22-2D29-C5FC-7935-F71930B04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336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12F16615-2D21-674F-2EBB-5946FCBDB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>
            <a:extLst>
              <a:ext uri="{FF2B5EF4-FFF2-40B4-BE49-F238E27FC236}">
                <a16:creationId xmlns:a16="http://schemas.microsoft.com/office/drawing/2014/main" id="{4F500802-C60C-7242-630F-F15E50F1D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>
            <a:extLst>
              <a:ext uri="{FF2B5EF4-FFF2-40B4-BE49-F238E27FC236}">
                <a16:creationId xmlns:a16="http://schemas.microsoft.com/office/drawing/2014/main" id="{5E54ECEC-A1B3-082E-D9B0-C4ACF6593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6756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8016442-D3AB-3903-D62B-FF95E07F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992835DF-EAC9-35F1-4E03-4314BEDF3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173CEE80-D23E-E262-5928-5DC965DEC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059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4D6A0-3939-B001-6082-7355A16E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13FC34-B1A6-2423-1762-A1432A74F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8DB03-6FCA-80CA-00CF-C74E031E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A50737-E2AD-3AFC-F27B-52047DD4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D63CB1-A316-64AD-E2D3-FB6E5E66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69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D537F9-DC2F-2490-2B07-FE098BFC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EAD92B-29D6-5246-DF5A-249DB388D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C2DE18-B365-003C-AE16-844CD3A5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16229E-F430-D7EF-4500-97D970B7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EC7B59-E265-9C9D-A262-0084659B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45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B757C3-7F17-DA3A-260B-99CEE4D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1367F4-1E5F-CFF0-D843-909AD010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42CA39-FE90-097B-5D90-C7DAAE21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B1158B-6A27-83F8-4455-D3D321A1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03949C-9260-DFAB-3814-0A8061F0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05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7919DD-BD38-8250-073A-AA3448BD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6DAEE-6A25-94FD-3C88-80EE843C3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326BC5-20F1-0B11-0F8D-3C0CE779B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05BBB6-DA3A-FBB9-4184-ACD6BDD2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DC4B5-DBBC-1015-52AD-A7299104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CD8E4B-158A-F0D3-B470-DC65A2F0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318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4210A-B84A-0184-3408-069A9DD7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25BDC5-5256-DCF6-D8F1-599C3B266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3C4ABB-92EA-9CCD-E716-E9104F108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F94F143-DFB4-031C-1F95-416A1041C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EA17C18-7276-B1AE-7FB9-98EC3747F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3D9478A-3813-B818-F914-B31BCF50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0A1578C-1BF8-C467-6CBA-C5814E48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14E527-C506-AC43-888C-FE33E612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257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CDEEC-8EDD-3532-857A-AE9EB651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DC2FEA-43F3-F5EA-254A-EEEE6DD6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0E166A-B753-11B9-ACF3-ACEF9610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52EB912-7BCA-F0B5-7B59-4900817D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259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A4B5E83-6CCD-EC0F-528A-8B8E2562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7C382F-7008-3BCF-977E-5CEEEEA2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E3A96D-2351-C3F2-F6E3-C72F2CFB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7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D8D9E5-EF93-21C6-2394-E66557C1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FB3F5B-FF12-3684-3D5F-BAD03A30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3205D36-B987-0E81-ACDE-3571CA5EB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3364E1-F3EB-73FD-021B-B6C9DEC9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0B95CB-8537-48DC-474C-3B5A79BA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A160B5C-2BA2-E46D-3281-16ADDC64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41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D89EA2-748E-92BA-AFF5-3B983039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83460E2-1301-4779-B1A4-5865E2601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7C930D2-4F67-8C61-1B5C-BBF596D4E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9006CDF-726B-410C-657C-781D462C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A8894F-0FD6-27EC-80E8-A952D5947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974B91-3423-7336-EE56-0CEBA10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325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CE5F4-D5CF-454C-36FC-6C780DEE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F06AFEF-A8D5-4D32-3812-14ABD672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D1F239-D91E-0132-BB24-CDCFF0BB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A36857-7087-228A-CAE3-FF841FAB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B1CCA8-BE6C-15E4-6B1F-1FBDE093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51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DC903CC-A4BE-6A11-42A6-5A7B38BCF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A9BE14-035C-ACF7-6C6C-31AE494AC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36ACD3-94B1-A3B5-5CFF-8C44E22F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4A6F21-6F97-A54D-70CB-4F77BB44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C02D4-FB94-BE40-19BF-9847B218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022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" type="tx">
  <p:cSld name="Tito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title"/>
          </p:nvPr>
        </p:nvSpPr>
        <p:spPr>
          <a:xfrm>
            <a:off x="698500" y="1854200"/>
            <a:ext cx="11609059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Play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698500" y="8657487"/>
            <a:ext cx="11607801" cy="46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sldNum" idx="12"/>
          </p:nvPr>
        </p:nvSpPr>
        <p:spPr>
          <a:xfrm>
            <a:off x="5867400" y="8237678"/>
            <a:ext cx="1270000" cy="127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1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zione">
  <p:cSld name="Sezion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707">
                <a:solidFill>
                  <a:srgbClr val="75757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378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1A13D16-BCFA-6DDC-DA21-9932E27A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D0D138-060F-83AE-FCC3-C2566A4E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35A3BC-480D-97AE-B500-4B3122B4F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261CDF-529B-BB07-3F7F-22BDA39E2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F37AA-D895-EBBB-C89A-4FEF39BB6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31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hf sldNum="0" hdr="0" ftr="0" dt="0"/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hyperlink" Target="mailto:email@studenti.unisa.it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mailto:email@studenti.unisa.it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hyperlink" Target="mailto:email@studenti.unisa.it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hyperlink" Target="mailto:email@studenti.unisa.i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hyperlink" Target="mailto:email@studenti.unisa.it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hyperlink" Target="mailto:email@studenti.unisa.it" TargetMode="External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ico"/><Relationship Id="rId10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hyperlink" Target="mailto:email@studenti.unisa.it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hyperlink" Target="mailto:email@studenti.unisa.it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studenti.unisa.i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279" y="5136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title"/>
          </p:nvPr>
        </p:nvSpPr>
        <p:spPr>
          <a:xfrm>
            <a:off x="0" y="2032583"/>
            <a:ext cx="13037072" cy="157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8200"/>
              <a:buFont typeface="Helvetica Neue"/>
              <a:buNone/>
            </a:pPr>
            <a:r>
              <a:rPr lang="it-IT" sz="82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PlayWise</a:t>
            </a:r>
            <a:endParaRPr sz="8200" b="0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602224" y="170717"/>
            <a:ext cx="1020436" cy="1020437"/>
            <a:chOff x="0" y="0"/>
            <a:chExt cx="1020435" cy="1020435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" descr="image2.tif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"/>
          <p:cNvGrpSpPr/>
          <p:nvPr/>
        </p:nvGrpSpPr>
        <p:grpSpPr>
          <a:xfrm>
            <a:off x="1837439" y="116347"/>
            <a:ext cx="1083421" cy="1129177"/>
            <a:chOff x="0" y="0"/>
            <a:chExt cx="1083420" cy="1129176"/>
          </a:xfrm>
        </p:grpSpPr>
        <p:sp>
          <p:nvSpPr>
            <p:cNvPr id="99" name="Google Shape;99;p1"/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1" descr="image1.tif"/>
            <p:cNvPicPr preferRelativeResize="0"/>
            <p:nvPr/>
          </p:nvPicPr>
          <p:blipFill rotWithShape="1">
            <a:blip r:embed="rId4">
              <a:alphaModFix/>
            </a:blip>
            <a:srcRect l="19293" r="24199" b="37033"/>
            <a:stretch/>
          </p:blipFill>
          <p:spPr>
            <a:xfrm>
              <a:off x="0" y="0"/>
              <a:ext cx="1083420" cy="1129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/>
          <p:cNvSpPr txBox="1"/>
          <p:nvPr/>
        </p:nvSpPr>
        <p:spPr>
          <a:xfrm>
            <a:off x="3235964" y="3976486"/>
            <a:ext cx="6565144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/>
            <a:r>
              <a:rPr lang="it-IT" sz="3600" b="1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Software </a:t>
            </a:r>
            <a:r>
              <a:rPr lang="it-IT" sz="3600" b="1" dirty="0" err="1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Dependability</a:t>
            </a:r>
            <a:endParaRPr lang="it-IT" sz="3600" b="1" i="0" u="none" strike="noStrike" cap="none" dirty="0">
              <a:solidFill>
                <a:srgbClr val="303030"/>
              </a:solidFill>
              <a:latin typeface="Play"/>
              <a:ea typeface="Arial"/>
              <a:cs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414802" y="5628811"/>
            <a:ext cx="6207468" cy="211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Francesco Maria Torino</a:t>
            </a:r>
            <a:b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0522501879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dirty="0">
                <a:solidFill>
                  <a:srgbClr val="303030"/>
                </a:solidFill>
                <a:latin typeface="Play"/>
                <a:ea typeface="Arial"/>
                <a:cs typeface="Arial"/>
                <a:sym typeface="Play"/>
              </a:rPr>
              <a:t>f.torino1@studenti.unisa.it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" descr="Immagine che contiene Elementi grafici, Blu elettrico, Carattere, logo&#10;&#10;Il contenuto generato dall'IA potrebbe non essere corret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8D220EC0-7D1F-1885-62C9-154E4DFC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6946C955-4476-0EF9-E14F-03BE810D5A5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0F481BB1-22EA-D787-B3AF-8B88C8EDA847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" descr="Immagine che contiene Cartoni animati, Animazione, giocattolo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F0779040-7E3E-18C8-3943-586C4FD178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1461" y="6676278"/>
            <a:ext cx="6793995" cy="178035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E560A060-7C39-561D-955F-9C5DC6DBC898}"/>
              </a:ext>
            </a:extLst>
          </p:cNvPr>
          <p:cNvSpPr txBox="1"/>
          <p:nvPr/>
        </p:nvSpPr>
        <p:spPr>
          <a:xfrm>
            <a:off x="557649" y="2614463"/>
            <a:ext cx="119025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PlayWise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is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a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platform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designed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to: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Offer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a wide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catalog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of video games 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and an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active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user community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Allow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people to 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share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impressions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with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other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users on the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platform</a:t>
            </a:r>
            <a:endParaRPr lang="it-IT" sz="2400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endParaRPr lang="it-IT" sz="2400" b="1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EAFF6E7A-036F-C8F1-FFC2-FE2319A895E5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4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it-IT" sz="44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layWise</a:t>
            </a:r>
            <a:r>
              <a:rPr lang="it-IT" sz="4400" b="0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44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Overview</a:t>
            </a:r>
            <a:endParaRPr dirty="0"/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670CDA37-CFB3-68A4-A6C1-194BCC5BD2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E3941DFA-4959-8C15-D1EC-2CC5155B3F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11573A8-8668-81C3-0E00-2651B26FDD5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46D9D714-C6A6-7CC3-2175-DAD594942601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9D857C7-6AE2-46E7-5911-8B3DA53E86A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CF536A0B-B2BC-30BA-27AA-16F11E4FD41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0054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D5F9D40C-7A81-39D0-CA93-B99B659C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46EE7CEC-6287-D6D7-9B8A-1D1FE75E5903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873BCB12-2107-339E-DD8B-BF5E4668EA0F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95B02970-1C48-D0C2-EFE6-FD3C33CC2696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4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it-IT" sz="440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layWise</a:t>
            </a:r>
            <a:r>
              <a:rPr lang="it-IT" sz="4400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440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Transformation</a:t>
            </a:r>
            <a:endParaRPr dirty="0"/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E47A86BA-D914-2536-4DE2-9D63BCFC2A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AD2EDF10-3806-9F6F-2CF9-DDA363EE33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B6B0E04-7BC6-58D7-5D57-2CDF1841E5E3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0538CB4C-3BDA-B0A9-C95E-15F52E367BDF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0FC5AEA9-AF2A-EF69-98D9-892CA94346C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28D16160-BF78-7869-199E-E06DA5DBA5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9F49FB4-62F8-76C3-409B-910560FD9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573" y="3409435"/>
            <a:ext cx="2347784" cy="293473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CDEF2AB-9F83-F7DD-04A9-D818B1CEFF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446" y="3139472"/>
            <a:ext cx="2274834" cy="3204693"/>
          </a:xfrm>
          <a:prstGeom prst="rect">
            <a:avLst/>
          </a:prstGeom>
        </p:spPr>
      </p:pic>
      <p:sp>
        <p:nvSpPr>
          <p:cNvPr id="12" name="Freccia destra con strisce 11">
            <a:extLst>
              <a:ext uri="{FF2B5EF4-FFF2-40B4-BE49-F238E27FC236}">
                <a16:creationId xmlns:a16="http://schemas.microsoft.com/office/drawing/2014/main" id="{627E0432-E8F2-A57B-DE32-6AEAA98743CD}"/>
              </a:ext>
            </a:extLst>
          </p:cNvPr>
          <p:cNvSpPr/>
          <p:nvPr/>
        </p:nvSpPr>
        <p:spPr>
          <a:xfrm>
            <a:off x="5482974" y="4573984"/>
            <a:ext cx="1964724" cy="621014"/>
          </a:xfrm>
          <a:prstGeom prst="strip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4710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1781B911-7305-1ED7-12C5-F37DD1A5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0AF1A451-1706-4815-22F3-E9ED8EF1B3C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B6E1037F-6F96-2DD6-F58D-4C0B552DABE2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BB39EBE8-8202-F567-BE22-309B7EB53B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BFDE7F44-3A77-B0F3-227F-733776B419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098663B8-21C5-ED9D-B888-200990D94B6F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DB1E7EB6-B244-38B5-70E3-F6200DDCDA0F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A1894089-73D6-019A-C33C-3C88A35C863E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63DDBAB8-1004-7A0D-527E-874E20B976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DEBE20D-133B-636B-C040-753A6732325A}"/>
              </a:ext>
            </a:extLst>
          </p:cNvPr>
          <p:cNvSpPr/>
          <p:nvPr/>
        </p:nvSpPr>
        <p:spPr>
          <a:xfrm>
            <a:off x="557064" y="3215560"/>
            <a:ext cx="3069867" cy="3137466"/>
          </a:xfrm>
          <a:prstGeom prst="roundRect">
            <a:avLst/>
          </a:prstGeom>
          <a:ln w="38100">
            <a:solidFill>
              <a:srgbClr val="61DBF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611D8E0-E9CB-3018-DC0B-EB1DB44A95B4}"/>
              </a:ext>
            </a:extLst>
          </p:cNvPr>
          <p:cNvSpPr/>
          <p:nvPr/>
        </p:nvSpPr>
        <p:spPr>
          <a:xfrm>
            <a:off x="4967466" y="3215560"/>
            <a:ext cx="3069867" cy="3137466"/>
          </a:xfrm>
          <a:prstGeom prst="roundRect">
            <a:avLst/>
          </a:prstGeom>
          <a:ln w="38100">
            <a:solidFill>
              <a:srgbClr val="6DB33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72CE635-D5CA-6FB3-868E-B9A5AE4384CF}"/>
              </a:ext>
            </a:extLst>
          </p:cNvPr>
          <p:cNvSpPr/>
          <p:nvPr/>
        </p:nvSpPr>
        <p:spPr>
          <a:xfrm>
            <a:off x="9390282" y="3215560"/>
            <a:ext cx="3069867" cy="3137466"/>
          </a:xfrm>
          <a:prstGeom prst="roundRect">
            <a:avLst/>
          </a:prstGeom>
          <a:ln w="38100">
            <a:solidFill>
              <a:srgbClr val="59963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85E8B39-41E4-0F5C-37DD-29910FB44088}"/>
              </a:ext>
            </a:extLst>
          </p:cNvPr>
          <p:cNvCxnSpPr/>
          <p:nvPr/>
        </p:nvCxnSpPr>
        <p:spPr>
          <a:xfrm>
            <a:off x="3626931" y="3966519"/>
            <a:ext cx="134053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B893E02-2FE5-7033-9BAD-05FA74F8A461}"/>
              </a:ext>
            </a:extLst>
          </p:cNvPr>
          <p:cNvCxnSpPr>
            <a:cxnSpLocks/>
          </p:cNvCxnSpPr>
          <p:nvPr/>
        </p:nvCxnSpPr>
        <p:spPr>
          <a:xfrm flipH="1">
            <a:off x="3618258" y="5342238"/>
            <a:ext cx="134920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A988D7D-D07D-A898-F5C6-DF4FEB518104}"/>
              </a:ext>
            </a:extLst>
          </p:cNvPr>
          <p:cNvCxnSpPr/>
          <p:nvPr/>
        </p:nvCxnSpPr>
        <p:spPr>
          <a:xfrm>
            <a:off x="8058769" y="3966519"/>
            <a:ext cx="134053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642BF4B1-AD46-538D-5ADE-C8B87BD572EB}"/>
              </a:ext>
            </a:extLst>
          </p:cNvPr>
          <p:cNvCxnSpPr>
            <a:cxnSpLocks/>
          </p:cNvCxnSpPr>
          <p:nvPr/>
        </p:nvCxnSpPr>
        <p:spPr>
          <a:xfrm flipH="1">
            <a:off x="8050096" y="5342238"/>
            <a:ext cx="134920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Immagine 18" descr="Immagine che contiene Elementi grafici, cerchio, arte, simbolo&#10;&#10;Il contenuto generato dall'IA potrebbe non essere corretto.">
            <a:extLst>
              <a:ext uri="{FF2B5EF4-FFF2-40B4-BE49-F238E27FC236}">
                <a16:creationId xmlns:a16="http://schemas.microsoft.com/office/drawing/2014/main" id="{49C590C0-7F2A-6366-E934-C7DF1A5BF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912" y="3819737"/>
            <a:ext cx="2290171" cy="2037256"/>
          </a:xfrm>
          <a:prstGeom prst="rect">
            <a:avLst/>
          </a:prstGeom>
        </p:spPr>
      </p:pic>
      <p:pic>
        <p:nvPicPr>
          <p:cNvPr id="21" name="Immagine 20" descr="Immagine che contiene Elementi grafici, grafica, clipart, creatività&#10;&#10;Il contenuto generato dall'IA potrebbe non essere corretto.">
            <a:extLst>
              <a:ext uri="{FF2B5EF4-FFF2-40B4-BE49-F238E27FC236}">
                <a16:creationId xmlns:a16="http://schemas.microsoft.com/office/drawing/2014/main" id="{86E58A68-73F1-1323-A092-C74421589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934" y="3782938"/>
            <a:ext cx="2114378" cy="2110854"/>
          </a:xfrm>
          <a:prstGeom prst="rect">
            <a:avLst/>
          </a:prstGeom>
        </p:spPr>
      </p:pic>
      <p:pic>
        <p:nvPicPr>
          <p:cNvPr id="23" name="Immagine 22" descr="Immagine che contiene Elementi grafici, logo, design&#10;&#10;Il contenuto generato dall'IA potrebbe non essere corretto.">
            <a:extLst>
              <a:ext uri="{FF2B5EF4-FFF2-40B4-BE49-F238E27FC236}">
                <a16:creationId xmlns:a16="http://schemas.microsoft.com/office/drawing/2014/main" id="{12E666F7-09A1-58C2-CEA1-CE9814AC70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3712" y="3345176"/>
            <a:ext cx="2801452" cy="2801452"/>
          </a:xfrm>
          <a:prstGeom prst="rect">
            <a:avLst/>
          </a:prstGeom>
        </p:spPr>
      </p:pic>
      <p:sp>
        <p:nvSpPr>
          <p:cNvPr id="24" name="Google Shape;139;p3">
            <a:extLst>
              <a:ext uri="{FF2B5EF4-FFF2-40B4-BE49-F238E27FC236}">
                <a16:creationId xmlns:a16="http://schemas.microsoft.com/office/drawing/2014/main" id="{5AA1223C-F88E-601B-ACEF-811AFC85B968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4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it-IT" sz="440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layWise</a:t>
            </a:r>
            <a:r>
              <a:rPr lang="it-IT" sz="4400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4400" dirty="0"/>
              <a:t>Technologies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616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B28CC25C-1D50-55C1-8ADA-63E6129D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EB8657AF-B08B-F620-09C4-7132D88F9BFD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DDEEB45C-A05B-6438-00F8-0A2F47C2EAE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6B4B156B-CB1F-7FF6-86F8-9E46B6D6AC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924C899B-5CBA-E9F4-7255-E1A05E617C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59590E0D-AAB2-B34B-708A-22F44C98430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C2E048D3-7882-D668-B4BF-9D428995F263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A5DFB4EF-04EE-BEEB-DDAC-8D4796210992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Google Shape;117;p2" descr="email.png">
            <a:extLst>
              <a:ext uri="{FF2B5EF4-FFF2-40B4-BE49-F238E27FC236}">
                <a16:creationId xmlns:a16="http://schemas.microsoft.com/office/drawing/2014/main" id="{61FC9C84-DF17-5741-E04D-E1FAFC21A8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0A5DDB5-D686-48C1-F36A-46C5779C4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915" y="3274453"/>
            <a:ext cx="2274834" cy="3204693"/>
          </a:xfrm>
          <a:prstGeom prst="rect">
            <a:avLst/>
          </a:prstGeom>
        </p:spPr>
      </p:pic>
      <p:sp>
        <p:nvSpPr>
          <p:cNvPr id="6" name="Freccia destra con strisce 5">
            <a:extLst>
              <a:ext uri="{FF2B5EF4-FFF2-40B4-BE49-F238E27FC236}">
                <a16:creationId xmlns:a16="http://schemas.microsoft.com/office/drawing/2014/main" id="{C5702AAE-0BA8-7470-279E-2DE143988CE7}"/>
              </a:ext>
            </a:extLst>
          </p:cNvPr>
          <p:cNvSpPr/>
          <p:nvPr/>
        </p:nvSpPr>
        <p:spPr>
          <a:xfrm rot="10800000">
            <a:off x="5482974" y="4573984"/>
            <a:ext cx="1964724" cy="621014"/>
          </a:xfrm>
          <a:prstGeom prst="strip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F03135E-7778-A688-9208-B720006F8E28}"/>
              </a:ext>
            </a:extLst>
          </p:cNvPr>
          <p:cNvSpPr txBox="1"/>
          <p:nvPr/>
        </p:nvSpPr>
        <p:spPr>
          <a:xfrm>
            <a:off x="8856053" y="6329117"/>
            <a:ext cx="2706131" cy="55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</a:pPr>
            <a:r>
              <a:rPr lang="it-IT" sz="18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PEGI </a:t>
            </a:r>
            <a:r>
              <a:rPr lang="it-IT" sz="18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classifier</a:t>
            </a:r>
            <a:endParaRPr lang="it-IT" sz="1800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4" name="Immagine 13" descr="Immagine che contiene schermata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4B5E19B7-92EA-C976-115B-5DC344F16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6053" y="4040746"/>
            <a:ext cx="2438400" cy="2438400"/>
          </a:xfrm>
          <a:prstGeom prst="rect">
            <a:avLst/>
          </a:prstGeom>
        </p:spPr>
      </p:pic>
      <p:pic>
        <p:nvPicPr>
          <p:cNvPr id="16" name="Immagine 15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CAFD64ED-7A25-326C-DC63-BE67E41D47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766" y="3264370"/>
            <a:ext cx="1366704" cy="76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82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B1CCA9AE-041A-95E1-35CC-33F34868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E504DF3C-BE0E-7A3C-0D0B-C5C82F21F6E2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D484A0D9-49F5-670C-5DA9-78580215A00C}"/>
              </a:ext>
            </a:extLst>
          </p:cNvPr>
          <p:cNvSpPr txBox="1"/>
          <p:nvPr/>
        </p:nvSpPr>
        <p:spPr>
          <a:xfrm>
            <a:off x="557065" y="2824440"/>
            <a:ext cx="899515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With the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application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of 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software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dependability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concepts,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we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it-IT" sz="2400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want</a:t>
            </a:r>
            <a:r>
              <a:rPr lang="it-IT" sz="2400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to introduce:</a:t>
            </a:r>
          </a:p>
          <a:p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Reliability 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Reliability 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Availability</a:t>
            </a:r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B4B3D997-D309-740A-4771-79C7E52964D5}"/>
              </a:ext>
            </a:extLst>
          </p:cNvPr>
          <p:cNvSpPr txBox="1"/>
          <p:nvPr/>
        </p:nvSpPr>
        <p:spPr>
          <a:xfrm>
            <a:off x="-53200" y="1627303"/>
            <a:ext cx="13037072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44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Project’s</a:t>
            </a:r>
            <a:r>
              <a:rPr lang="it-IT" sz="4400" b="0" i="0" u="none" strike="noStrike" cap="none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goals</a:t>
            </a:r>
            <a:endParaRPr dirty="0"/>
          </a:p>
        </p:txBody>
      </p:sp>
      <p:pic>
        <p:nvPicPr>
          <p:cNvPr id="140" name="Google Shape;140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E2FE8398-4EF7-704F-BF66-A216E3BE8C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A4221A8E-379A-5314-1158-70A29A2AC4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C2A3228-9427-3323-7B88-EB6873473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477" y="3518098"/>
            <a:ext cx="3124672" cy="3124672"/>
          </a:xfrm>
          <a:prstGeom prst="rect">
            <a:avLst/>
          </a:prstGeom>
        </p:spPr>
      </p:pic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35870423-9AA3-FE0A-28FD-9369BE2ADBE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728A0809-C6ED-39C1-2D4C-7E0BF8B51E6F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37A59F61-7B8A-FE8C-EABA-7ED6BD2F9DC4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E46C60BB-7E0A-9F8B-676C-27BB13E9D2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1;p3">
            <a:extLst>
              <a:ext uri="{FF2B5EF4-FFF2-40B4-BE49-F238E27FC236}">
                <a16:creationId xmlns:a16="http://schemas.microsoft.com/office/drawing/2014/main" id="{A73BF5F2-252C-476E-4E47-F06448E43D75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8486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88929286-C56E-FD7C-3368-9569FD08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59AC432C-B399-6761-858A-0DC78CEB235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DA487A27-777B-D5C1-89EA-9AFFD73B913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AAD28CF4-9450-99B1-F316-B712BFCD669A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D558184F-894E-2326-82E5-0C12F3E7FA8A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EA2F14D0-92CB-BA32-CEE9-780378BE07D8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261832CA-5D20-DA53-8BF6-D087B8F41A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78873A28-10A2-48EF-D59F-8BEB8DEC2A5B}"/>
              </a:ext>
            </a:extLst>
          </p:cNvPr>
          <p:cNvSpPr/>
          <p:nvPr/>
        </p:nvSpPr>
        <p:spPr>
          <a:xfrm>
            <a:off x="579018" y="2860227"/>
            <a:ext cx="3351358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4" name="Google Shape;6983;p92">
            <a:extLst>
              <a:ext uri="{FF2B5EF4-FFF2-40B4-BE49-F238E27FC236}">
                <a16:creationId xmlns:a16="http://schemas.microsoft.com/office/drawing/2014/main" id="{5B42927A-0F3C-DD5D-1F86-EF7388B2E3A7}"/>
              </a:ext>
            </a:extLst>
          </p:cNvPr>
          <p:cNvGrpSpPr/>
          <p:nvPr/>
        </p:nvGrpSpPr>
        <p:grpSpPr>
          <a:xfrm>
            <a:off x="1882035" y="3178185"/>
            <a:ext cx="849717" cy="926944"/>
            <a:chOff x="842683" y="2394751"/>
            <a:chExt cx="345640" cy="356660"/>
          </a:xfrm>
        </p:grpSpPr>
        <p:sp>
          <p:nvSpPr>
            <p:cNvPr id="7" name="Google Shape;6984;p92">
              <a:extLst>
                <a:ext uri="{FF2B5EF4-FFF2-40B4-BE49-F238E27FC236}">
                  <a16:creationId xmlns:a16="http://schemas.microsoft.com/office/drawing/2014/main" id="{A8B8EFE8-93F3-CF97-83C8-75E2BEB4F1EF}"/>
                </a:ext>
              </a:extLst>
            </p:cNvPr>
            <p:cNvSpPr/>
            <p:nvPr/>
          </p:nvSpPr>
          <p:spPr>
            <a:xfrm>
              <a:off x="1099042" y="2499888"/>
              <a:ext cx="89266" cy="107353"/>
            </a:xfrm>
            <a:custGeom>
              <a:avLst/>
              <a:gdLst/>
              <a:ahLst/>
              <a:cxnLst/>
              <a:rect l="l" t="t" r="r" b="b"/>
              <a:pathLst>
                <a:path w="5962" h="7170" extrusionOk="0">
                  <a:moveTo>
                    <a:pt x="2977" y="0"/>
                  </a:moveTo>
                  <a:cubicBezTo>
                    <a:pt x="2909" y="0"/>
                    <a:pt x="2841" y="42"/>
                    <a:pt x="2809" y="126"/>
                  </a:cubicBezTo>
                  <a:lnTo>
                    <a:pt x="55" y="6896"/>
                  </a:lnTo>
                  <a:cubicBezTo>
                    <a:pt x="1" y="7045"/>
                    <a:pt x="112" y="7151"/>
                    <a:pt x="227" y="7151"/>
                  </a:cubicBezTo>
                  <a:cubicBezTo>
                    <a:pt x="290" y="7151"/>
                    <a:pt x="354" y="7118"/>
                    <a:pt x="391" y="7043"/>
                  </a:cubicBezTo>
                  <a:lnTo>
                    <a:pt x="2977" y="694"/>
                  </a:lnTo>
                  <a:lnTo>
                    <a:pt x="5563" y="7043"/>
                  </a:lnTo>
                  <a:cubicBezTo>
                    <a:pt x="5603" y="7124"/>
                    <a:pt x="5663" y="7166"/>
                    <a:pt x="5742" y="7169"/>
                  </a:cubicBezTo>
                  <a:lnTo>
                    <a:pt x="5742" y="7169"/>
                  </a:lnTo>
                  <a:cubicBezTo>
                    <a:pt x="5882" y="7163"/>
                    <a:pt x="5961" y="7019"/>
                    <a:pt x="5900" y="6896"/>
                  </a:cubicBezTo>
                  <a:lnTo>
                    <a:pt x="3145" y="126"/>
                  </a:lnTo>
                  <a:cubicBezTo>
                    <a:pt x="3114" y="42"/>
                    <a:pt x="3046" y="0"/>
                    <a:pt x="2977" y="0"/>
                  </a:cubicBezTo>
                  <a:close/>
                  <a:moveTo>
                    <a:pt x="5742" y="7169"/>
                  </a:moveTo>
                  <a:lnTo>
                    <a:pt x="5742" y="7169"/>
                  </a:lnTo>
                  <a:cubicBezTo>
                    <a:pt x="5738" y="7170"/>
                    <a:pt x="5735" y="7170"/>
                    <a:pt x="5731" y="7170"/>
                  </a:cubicBezTo>
                  <a:lnTo>
                    <a:pt x="5752" y="7170"/>
                  </a:lnTo>
                  <a:cubicBezTo>
                    <a:pt x="5749" y="7170"/>
                    <a:pt x="5745" y="7170"/>
                    <a:pt x="5742" y="7169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985;p92">
              <a:extLst>
                <a:ext uri="{FF2B5EF4-FFF2-40B4-BE49-F238E27FC236}">
                  <a16:creationId xmlns:a16="http://schemas.microsoft.com/office/drawing/2014/main" id="{D1275B6A-B8FD-EFD7-3F22-982938566DB3}"/>
                </a:ext>
              </a:extLst>
            </p:cNvPr>
            <p:cNvSpPr/>
            <p:nvPr/>
          </p:nvSpPr>
          <p:spPr>
            <a:xfrm>
              <a:off x="1098908" y="2603138"/>
              <a:ext cx="89416" cy="47852"/>
            </a:xfrm>
            <a:custGeom>
              <a:avLst/>
              <a:gdLst/>
              <a:ahLst/>
              <a:cxnLst/>
              <a:rect l="l" t="t" r="r" b="b"/>
              <a:pathLst>
                <a:path w="5972" h="3196" extrusionOk="0">
                  <a:moveTo>
                    <a:pt x="43" y="0"/>
                  </a:moveTo>
                  <a:cubicBezTo>
                    <a:pt x="22" y="0"/>
                    <a:pt x="1" y="21"/>
                    <a:pt x="1" y="42"/>
                  </a:cubicBezTo>
                  <a:lnTo>
                    <a:pt x="1" y="358"/>
                  </a:lnTo>
                  <a:cubicBezTo>
                    <a:pt x="1" y="1935"/>
                    <a:pt x="1283" y="3196"/>
                    <a:pt x="2860" y="3196"/>
                  </a:cubicBezTo>
                  <a:lnTo>
                    <a:pt x="3133" y="3196"/>
                  </a:lnTo>
                  <a:cubicBezTo>
                    <a:pt x="4689" y="3196"/>
                    <a:pt x="5972" y="1935"/>
                    <a:pt x="5972" y="358"/>
                  </a:cubicBezTo>
                  <a:lnTo>
                    <a:pt x="5972" y="42"/>
                  </a:lnTo>
                  <a:cubicBezTo>
                    <a:pt x="5972" y="21"/>
                    <a:pt x="5951" y="0"/>
                    <a:pt x="5930" y="0"/>
                  </a:cubicBezTo>
                  <a:close/>
                </a:path>
              </a:pathLst>
            </a:custGeom>
            <a:solidFill>
              <a:srgbClr val="A7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986;p92">
              <a:extLst>
                <a:ext uri="{FF2B5EF4-FFF2-40B4-BE49-F238E27FC236}">
                  <a16:creationId xmlns:a16="http://schemas.microsoft.com/office/drawing/2014/main" id="{49A756AA-B11A-762E-0980-A05E745A21A0}"/>
                </a:ext>
              </a:extLst>
            </p:cNvPr>
            <p:cNvSpPr/>
            <p:nvPr/>
          </p:nvSpPr>
          <p:spPr>
            <a:xfrm>
              <a:off x="1127236" y="2603138"/>
              <a:ext cx="61088" cy="48182"/>
            </a:xfrm>
            <a:custGeom>
              <a:avLst/>
              <a:gdLst/>
              <a:ahLst/>
              <a:cxnLst/>
              <a:rect l="l" t="t" r="r" b="b"/>
              <a:pathLst>
                <a:path w="4080" h="3218" extrusionOk="0">
                  <a:moveTo>
                    <a:pt x="1830" y="0"/>
                  </a:moveTo>
                  <a:cubicBezTo>
                    <a:pt x="1851" y="0"/>
                    <a:pt x="1872" y="21"/>
                    <a:pt x="1872" y="42"/>
                  </a:cubicBezTo>
                  <a:lnTo>
                    <a:pt x="1872" y="358"/>
                  </a:lnTo>
                  <a:cubicBezTo>
                    <a:pt x="1872" y="1556"/>
                    <a:pt x="1115" y="2628"/>
                    <a:pt x="1" y="3049"/>
                  </a:cubicBezTo>
                  <a:cubicBezTo>
                    <a:pt x="295" y="3154"/>
                    <a:pt x="632" y="3217"/>
                    <a:pt x="947" y="3217"/>
                  </a:cubicBezTo>
                  <a:lnTo>
                    <a:pt x="1220" y="3217"/>
                  </a:lnTo>
                  <a:cubicBezTo>
                    <a:pt x="2797" y="3217"/>
                    <a:pt x="4080" y="1935"/>
                    <a:pt x="4080" y="358"/>
                  </a:cubicBezTo>
                  <a:lnTo>
                    <a:pt x="4080" y="42"/>
                  </a:lnTo>
                  <a:cubicBezTo>
                    <a:pt x="4080" y="21"/>
                    <a:pt x="4059" y="0"/>
                    <a:pt x="4038" y="0"/>
                  </a:cubicBezTo>
                  <a:close/>
                </a:path>
              </a:pathLst>
            </a:custGeom>
            <a:solidFill>
              <a:srgbClr val="A5B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987;p92">
              <a:extLst>
                <a:ext uri="{FF2B5EF4-FFF2-40B4-BE49-F238E27FC236}">
                  <a16:creationId xmlns:a16="http://schemas.microsoft.com/office/drawing/2014/main" id="{0E733028-D621-8187-ADAD-5B6E64047E54}"/>
                </a:ext>
              </a:extLst>
            </p:cNvPr>
            <p:cNvSpPr/>
            <p:nvPr/>
          </p:nvSpPr>
          <p:spPr>
            <a:xfrm>
              <a:off x="842803" y="2499888"/>
              <a:ext cx="89281" cy="107353"/>
            </a:xfrm>
            <a:custGeom>
              <a:avLst/>
              <a:gdLst/>
              <a:ahLst/>
              <a:cxnLst/>
              <a:rect l="l" t="t" r="r" b="b"/>
              <a:pathLst>
                <a:path w="5963" h="7170" extrusionOk="0">
                  <a:moveTo>
                    <a:pt x="2980" y="0"/>
                  </a:moveTo>
                  <a:cubicBezTo>
                    <a:pt x="2909" y="0"/>
                    <a:pt x="2841" y="42"/>
                    <a:pt x="2809" y="126"/>
                  </a:cubicBezTo>
                  <a:lnTo>
                    <a:pt x="55" y="6896"/>
                  </a:lnTo>
                  <a:cubicBezTo>
                    <a:pt x="1" y="7045"/>
                    <a:pt x="112" y="7151"/>
                    <a:pt x="227" y="7151"/>
                  </a:cubicBezTo>
                  <a:cubicBezTo>
                    <a:pt x="290" y="7151"/>
                    <a:pt x="354" y="7118"/>
                    <a:pt x="391" y="7043"/>
                  </a:cubicBezTo>
                  <a:lnTo>
                    <a:pt x="2977" y="694"/>
                  </a:lnTo>
                  <a:lnTo>
                    <a:pt x="5563" y="7043"/>
                  </a:lnTo>
                  <a:cubicBezTo>
                    <a:pt x="5584" y="7128"/>
                    <a:pt x="5669" y="7170"/>
                    <a:pt x="5732" y="7170"/>
                  </a:cubicBezTo>
                  <a:cubicBezTo>
                    <a:pt x="5879" y="7170"/>
                    <a:pt x="5963" y="7022"/>
                    <a:pt x="5921" y="6896"/>
                  </a:cubicBezTo>
                  <a:lnTo>
                    <a:pt x="3167" y="126"/>
                  </a:lnTo>
                  <a:cubicBezTo>
                    <a:pt x="3125" y="42"/>
                    <a:pt x="3051" y="0"/>
                    <a:pt x="2980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988;p92">
              <a:extLst>
                <a:ext uri="{FF2B5EF4-FFF2-40B4-BE49-F238E27FC236}">
                  <a16:creationId xmlns:a16="http://schemas.microsoft.com/office/drawing/2014/main" id="{466F4EE0-DA4B-0D08-D84D-44B5399A0CD9}"/>
                </a:ext>
              </a:extLst>
            </p:cNvPr>
            <p:cNvSpPr/>
            <p:nvPr/>
          </p:nvSpPr>
          <p:spPr>
            <a:xfrm>
              <a:off x="842683" y="2603138"/>
              <a:ext cx="89715" cy="47867"/>
            </a:xfrm>
            <a:custGeom>
              <a:avLst/>
              <a:gdLst/>
              <a:ahLst/>
              <a:cxnLst/>
              <a:rect l="l" t="t" r="r" b="b"/>
              <a:pathLst>
                <a:path w="5992" h="3197" extrusionOk="0">
                  <a:moveTo>
                    <a:pt x="42" y="0"/>
                  </a:moveTo>
                  <a:cubicBezTo>
                    <a:pt x="21" y="0"/>
                    <a:pt x="0" y="21"/>
                    <a:pt x="0" y="42"/>
                  </a:cubicBezTo>
                  <a:lnTo>
                    <a:pt x="0" y="358"/>
                  </a:lnTo>
                  <a:cubicBezTo>
                    <a:pt x="0" y="1922"/>
                    <a:pt x="1262" y="3196"/>
                    <a:pt x="2821" y="3196"/>
                  </a:cubicBezTo>
                  <a:cubicBezTo>
                    <a:pt x="2834" y="3196"/>
                    <a:pt x="2847" y="3196"/>
                    <a:pt x="2859" y="3196"/>
                  </a:cubicBezTo>
                  <a:lnTo>
                    <a:pt x="3133" y="3196"/>
                  </a:lnTo>
                  <a:cubicBezTo>
                    <a:pt x="4709" y="3196"/>
                    <a:pt x="5992" y="1935"/>
                    <a:pt x="5992" y="358"/>
                  </a:cubicBezTo>
                  <a:lnTo>
                    <a:pt x="5992" y="42"/>
                  </a:lnTo>
                  <a:cubicBezTo>
                    <a:pt x="5992" y="21"/>
                    <a:pt x="5971" y="0"/>
                    <a:pt x="5950" y="0"/>
                  </a:cubicBezTo>
                  <a:close/>
                </a:path>
              </a:pathLst>
            </a:custGeom>
            <a:solidFill>
              <a:srgbClr val="A7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989;p92">
              <a:extLst>
                <a:ext uri="{FF2B5EF4-FFF2-40B4-BE49-F238E27FC236}">
                  <a16:creationId xmlns:a16="http://schemas.microsoft.com/office/drawing/2014/main" id="{E2A1CD1A-423A-101B-E236-E15B3FAA9A2E}"/>
                </a:ext>
              </a:extLst>
            </p:cNvPr>
            <p:cNvSpPr/>
            <p:nvPr/>
          </p:nvSpPr>
          <p:spPr>
            <a:xfrm>
              <a:off x="871011" y="2603138"/>
              <a:ext cx="61073" cy="48182"/>
            </a:xfrm>
            <a:custGeom>
              <a:avLst/>
              <a:gdLst/>
              <a:ahLst/>
              <a:cxnLst/>
              <a:rect l="l" t="t" r="r" b="b"/>
              <a:pathLst>
                <a:path w="4079" h="3218" extrusionOk="0">
                  <a:moveTo>
                    <a:pt x="1829" y="0"/>
                  </a:moveTo>
                  <a:cubicBezTo>
                    <a:pt x="1850" y="0"/>
                    <a:pt x="1871" y="21"/>
                    <a:pt x="1871" y="42"/>
                  </a:cubicBezTo>
                  <a:lnTo>
                    <a:pt x="1871" y="358"/>
                  </a:lnTo>
                  <a:cubicBezTo>
                    <a:pt x="1871" y="1556"/>
                    <a:pt x="1114" y="2628"/>
                    <a:pt x="0" y="3028"/>
                  </a:cubicBezTo>
                  <a:cubicBezTo>
                    <a:pt x="295" y="3154"/>
                    <a:pt x="631" y="3217"/>
                    <a:pt x="967" y="3217"/>
                  </a:cubicBezTo>
                  <a:lnTo>
                    <a:pt x="1220" y="3217"/>
                  </a:lnTo>
                  <a:cubicBezTo>
                    <a:pt x="2796" y="3217"/>
                    <a:pt x="4079" y="1935"/>
                    <a:pt x="4079" y="358"/>
                  </a:cubicBezTo>
                  <a:lnTo>
                    <a:pt x="4079" y="42"/>
                  </a:lnTo>
                  <a:cubicBezTo>
                    <a:pt x="4079" y="21"/>
                    <a:pt x="4058" y="0"/>
                    <a:pt x="4058" y="0"/>
                  </a:cubicBezTo>
                  <a:close/>
                </a:path>
              </a:pathLst>
            </a:custGeom>
            <a:solidFill>
              <a:srgbClr val="A5B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990;p92">
              <a:extLst>
                <a:ext uri="{FF2B5EF4-FFF2-40B4-BE49-F238E27FC236}">
                  <a16:creationId xmlns:a16="http://schemas.microsoft.com/office/drawing/2014/main" id="{DD99E6A9-5CF7-2B66-9EE4-366BE856B262}"/>
                </a:ext>
              </a:extLst>
            </p:cNvPr>
            <p:cNvSpPr/>
            <p:nvPr/>
          </p:nvSpPr>
          <p:spPr>
            <a:xfrm>
              <a:off x="1003533" y="2433470"/>
              <a:ext cx="23941" cy="274506"/>
            </a:xfrm>
            <a:custGeom>
              <a:avLst/>
              <a:gdLst/>
              <a:ahLst/>
              <a:cxnLst/>
              <a:rect l="l" t="t" r="r" b="b"/>
              <a:pathLst>
                <a:path w="1599" h="18334" extrusionOk="0">
                  <a:moveTo>
                    <a:pt x="0" y="0"/>
                  </a:moveTo>
                  <a:lnTo>
                    <a:pt x="0" y="18333"/>
                  </a:lnTo>
                  <a:lnTo>
                    <a:pt x="1598" y="18333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991;p92">
              <a:extLst>
                <a:ext uri="{FF2B5EF4-FFF2-40B4-BE49-F238E27FC236}">
                  <a16:creationId xmlns:a16="http://schemas.microsoft.com/office/drawing/2014/main" id="{F53A3415-1A68-820F-9A54-4A72D68451BE}"/>
                </a:ext>
              </a:extLst>
            </p:cNvPr>
            <p:cNvSpPr/>
            <p:nvPr/>
          </p:nvSpPr>
          <p:spPr>
            <a:xfrm>
              <a:off x="1015496" y="2433470"/>
              <a:ext cx="11978" cy="274506"/>
            </a:xfrm>
            <a:custGeom>
              <a:avLst/>
              <a:gdLst/>
              <a:ahLst/>
              <a:cxnLst/>
              <a:rect l="l" t="t" r="r" b="b"/>
              <a:pathLst>
                <a:path w="800" h="18334" extrusionOk="0">
                  <a:moveTo>
                    <a:pt x="0" y="0"/>
                  </a:moveTo>
                  <a:lnTo>
                    <a:pt x="0" y="18333"/>
                  </a:lnTo>
                  <a:lnTo>
                    <a:pt x="799" y="18333"/>
                  </a:lnTo>
                  <a:lnTo>
                    <a:pt x="799" y="0"/>
                  </a:ln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992;p92">
              <a:extLst>
                <a:ext uri="{FF2B5EF4-FFF2-40B4-BE49-F238E27FC236}">
                  <a16:creationId xmlns:a16="http://schemas.microsoft.com/office/drawing/2014/main" id="{897EB36C-D0EB-3AC8-CF03-FE5742FE8302}"/>
                </a:ext>
              </a:extLst>
            </p:cNvPr>
            <p:cNvSpPr/>
            <p:nvPr/>
          </p:nvSpPr>
          <p:spPr>
            <a:xfrm>
              <a:off x="932698" y="2697570"/>
              <a:ext cx="165910" cy="34646"/>
            </a:xfrm>
            <a:custGeom>
              <a:avLst/>
              <a:gdLst/>
              <a:ahLst/>
              <a:cxnLst/>
              <a:rect l="l" t="t" r="r" b="b"/>
              <a:pathLst>
                <a:path w="11081" h="2314" extrusionOk="0">
                  <a:moveTo>
                    <a:pt x="737" y="1"/>
                  </a:moveTo>
                  <a:cubicBezTo>
                    <a:pt x="337" y="1"/>
                    <a:pt x="1" y="337"/>
                    <a:pt x="1" y="736"/>
                  </a:cubicBezTo>
                  <a:lnTo>
                    <a:pt x="1" y="2313"/>
                  </a:lnTo>
                  <a:lnTo>
                    <a:pt x="11081" y="2313"/>
                  </a:lnTo>
                  <a:lnTo>
                    <a:pt x="11081" y="736"/>
                  </a:lnTo>
                  <a:cubicBezTo>
                    <a:pt x="11060" y="316"/>
                    <a:pt x="10723" y="1"/>
                    <a:pt x="10324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993;p92">
              <a:extLst>
                <a:ext uri="{FF2B5EF4-FFF2-40B4-BE49-F238E27FC236}">
                  <a16:creationId xmlns:a16="http://schemas.microsoft.com/office/drawing/2014/main" id="{5BBC173F-6B49-B0CC-5621-895C71FC82AC}"/>
                </a:ext>
              </a:extLst>
            </p:cNvPr>
            <p:cNvSpPr/>
            <p:nvPr/>
          </p:nvSpPr>
          <p:spPr>
            <a:xfrm>
              <a:off x="993771" y="2394751"/>
              <a:ext cx="43465" cy="43450"/>
            </a:xfrm>
            <a:custGeom>
              <a:avLst/>
              <a:gdLst/>
              <a:ahLst/>
              <a:cxnLst/>
              <a:rect l="l" t="t" r="r" b="b"/>
              <a:pathLst>
                <a:path w="2903" h="2902" extrusionOk="0">
                  <a:moveTo>
                    <a:pt x="1451" y="0"/>
                  </a:moveTo>
                  <a:cubicBezTo>
                    <a:pt x="652" y="0"/>
                    <a:pt x="1" y="652"/>
                    <a:pt x="1" y="1451"/>
                  </a:cubicBezTo>
                  <a:cubicBezTo>
                    <a:pt x="1" y="2250"/>
                    <a:pt x="652" y="2902"/>
                    <a:pt x="1451" y="2902"/>
                  </a:cubicBezTo>
                  <a:cubicBezTo>
                    <a:pt x="2250" y="2902"/>
                    <a:pt x="2902" y="2250"/>
                    <a:pt x="2902" y="1451"/>
                  </a:cubicBezTo>
                  <a:cubicBezTo>
                    <a:pt x="2902" y="652"/>
                    <a:pt x="2250" y="0"/>
                    <a:pt x="145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994;p92">
              <a:extLst>
                <a:ext uri="{FF2B5EF4-FFF2-40B4-BE49-F238E27FC236}">
                  <a16:creationId xmlns:a16="http://schemas.microsoft.com/office/drawing/2014/main" id="{31A580CF-1EC9-28ED-3C42-BFAB1267E3AF}"/>
                </a:ext>
              </a:extLst>
            </p:cNvPr>
            <p:cNvSpPr/>
            <p:nvPr/>
          </p:nvSpPr>
          <p:spPr>
            <a:xfrm>
              <a:off x="996286" y="2397266"/>
              <a:ext cx="45037" cy="40950"/>
            </a:xfrm>
            <a:custGeom>
              <a:avLst/>
              <a:gdLst/>
              <a:ahLst/>
              <a:cxnLst/>
              <a:rect l="l" t="t" r="r" b="b"/>
              <a:pathLst>
                <a:path w="3008" h="2735" extrusionOk="0">
                  <a:moveTo>
                    <a:pt x="1935" y="0"/>
                  </a:moveTo>
                  <a:cubicBezTo>
                    <a:pt x="2452" y="1017"/>
                    <a:pt x="1655" y="2105"/>
                    <a:pt x="668" y="2105"/>
                  </a:cubicBezTo>
                  <a:cubicBezTo>
                    <a:pt x="451" y="2105"/>
                    <a:pt x="224" y="2052"/>
                    <a:pt x="1" y="1935"/>
                  </a:cubicBezTo>
                  <a:lnTo>
                    <a:pt x="1" y="1935"/>
                  </a:lnTo>
                  <a:cubicBezTo>
                    <a:pt x="261" y="2455"/>
                    <a:pt x="769" y="2734"/>
                    <a:pt x="1289" y="2734"/>
                  </a:cubicBezTo>
                  <a:cubicBezTo>
                    <a:pt x="1651" y="2734"/>
                    <a:pt x="2020" y="2598"/>
                    <a:pt x="2314" y="2313"/>
                  </a:cubicBezTo>
                  <a:cubicBezTo>
                    <a:pt x="3007" y="1619"/>
                    <a:pt x="2818" y="442"/>
                    <a:pt x="1935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995;p92">
              <a:extLst>
                <a:ext uri="{FF2B5EF4-FFF2-40B4-BE49-F238E27FC236}">
                  <a16:creationId xmlns:a16="http://schemas.microsoft.com/office/drawing/2014/main" id="{03B16022-1390-062B-524D-4B5AA3AD393C}"/>
                </a:ext>
              </a:extLst>
            </p:cNvPr>
            <p:cNvSpPr/>
            <p:nvPr/>
          </p:nvSpPr>
          <p:spPr>
            <a:xfrm>
              <a:off x="844570" y="2454237"/>
              <a:ext cx="341867" cy="50068"/>
            </a:xfrm>
            <a:custGeom>
              <a:avLst/>
              <a:gdLst/>
              <a:ahLst/>
              <a:cxnLst/>
              <a:rect l="l" t="t" r="r" b="b"/>
              <a:pathLst>
                <a:path w="22833" h="3344" extrusionOk="0">
                  <a:moveTo>
                    <a:pt x="8031" y="1"/>
                  </a:moveTo>
                  <a:cubicBezTo>
                    <a:pt x="7043" y="1"/>
                    <a:pt x="6097" y="400"/>
                    <a:pt x="5403" y="1115"/>
                  </a:cubicBezTo>
                  <a:cubicBezTo>
                    <a:pt x="4920" y="1620"/>
                    <a:pt x="4247" y="1914"/>
                    <a:pt x="3532" y="1914"/>
                  </a:cubicBezTo>
                  <a:lnTo>
                    <a:pt x="294" y="1914"/>
                  </a:lnTo>
                  <a:cubicBezTo>
                    <a:pt x="126" y="1914"/>
                    <a:pt x="0" y="2040"/>
                    <a:pt x="0" y="2208"/>
                  </a:cubicBezTo>
                  <a:lnTo>
                    <a:pt x="0" y="3049"/>
                  </a:lnTo>
                  <a:cubicBezTo>
                    <a:pt x="0" y="3217"/>
                    <a:pt x="126" y="3344"/>
                    <a:pt x="294" y="3344"/>
                  </a:cubicBezTo>
                  <a:lnTo>
                    <a:pt x="3658" y="3344"/>
                  </a:lnTo>
                  <a:cubicBezTo>
                    <a:pt x="4647" y="3344"/>
                    <a:pt x="5593" y="2944"/>
                    <a:pt x="6286" y="2229"/>
                  </a:cubicBezTo>
                  <a:cubicBezTo>
                    <a:pt x="6754" y="1721"/>
                    <a:pt x="7398" y="1429"/>
                    <a:pt x="8086" y="1429"/>
                  </a:cubicBezTo>
                  <a:cubicBezTo>
                    <a:pt x="8110" y="1429"/>
                    <a:pt x="8134" y="1430"/>
                    <a:pt x="8158" y="1430"/>
                  </a:cubicBezTo>
                  <a:lnTo>
                    <a:pt x="14822" y="1430"/>
                  </a:lnTo>
                  <a:cubicBezTo>
                    <a:pt x="15432" y="1430"/>
                    <a:pt x="16000" y="1683"/>
                    <a:pt x="16441" y="2124"/>
                  </a:cubicBezTo>
                  <a:cubicBezTo>
                    <a:pt x="17177" y="2902"/>
                    <a:pt x="18207" y="3344"/>
                    <a:pt x="19300" y="3344"/>
                  </a:cubicBezTo>
                  <a:lnTo>
                    <a:pt x="22559" y="3344"/>
                  </a:lnTo>
                  <a:cubicBezTo>
                    <a:pt x="22706" y="3344"/>
                    <a:pt x="22833" y="3217"/>
                    <a:pt x="22833" y="3049"/>
                  </a:cubicBezTo>
                  <a:lnTo>
                    <a:pt x="22833" y="2208"/>
                  </a:lnTo>
                  <a:cubicBezTo>
                    <a:pt x="22833" y="2040"/>
                    <a:pt x="22706" y="1914"/>
                    <a:pt x="22559" y="1914"/>
                  </a:cubicBezTo>
                  <a:lnTo>
                    <a:pt x="19321" y="1914"/>
                  </a:lnTo>
                  <a:cubicBezTo>
                    <a:pt x="18607" y="1914"/>
                    <a:pt x="17913" y="1620"/>
                    <a:pt x="17450" y="1115"/>
                  </a:cubicBezTo>
                  <a:cubicBezTo>
                    <a:pt x="16757" y="400"/>
                    <a:pt x="15810" y="1"/>
                    <a:pt x="1482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996;p92">
              <a:extLst>
                <a:ext uri="{FF2B5EF4-FFF2-40B4-BE49-F238E27FC236}">
                  <a16:creationId xmlns:a16="http://schemas.microsoft.com/office/drawing/2014/main" id="{6161E845-2E1E-483B-600B-195451DAF438}"/>
                </a:ext>
              </a:extLst>
            </p:cNvPr>
            <p:cNvSpPr/>
            <p:nvPr/>
          </p:nvSpPr>
          <p:spPr>
            <a:xfrm>
              <a:off x="844570" y="2466499"/>
              <a:ext cx="341867" cy="37821"/>
            </a:xfrm>
            <a:custGeom>
              <a:avLst/>
              <a:gdLst/>
              <a:ahLst/>
              <a:cxnLst/>
              <a:rect l="l" t="t" r="r" b="b"/>
              <a:pathLst>
                <a:path w="22833" h="2526" extrusionOk="0">
                  <a:moveTo>
                    <a:pt x="8086" y="1"/>
                  </a:moveTo>
                  <a:cubicBezTo>
                    <a:pt x="7398" y="1"/>
                    <a:pt x="6754" y="293"/>
                    <a:pt x="6286" y="801"/>
                  </a:cubicBezTo>
                  <a:cubicBezTo>
                    <a:pt x="5593" y="1515"/>
                    <a:pt x="4647" y="1915"/>
                    <a:pt x="3658" y="1915"/>
                  </a:cubicBezTo>
                  <a:lnTo>
                    <a:pt x="294" y="1915"/>
                  </a:lnTo>
                  <a:cubicBezTo>
                    <a:pt x="126" y="1915"/>
                    <a:pt x="21" y="1789"/>
                    <a:pt x="0" y="1642"/>
                  </a:cubicBezTo>
                  <a:lnTo>
                    <a:pt x="0" y="2230"/>
                  </a:lnTo>
                  <a:cubicBezTo>
                    <a:pt x="0" y="2398"/>
                    <a:pt x="126" y="2525"/>
                    <a:pt x="294" y="2525"/>
                  </a:cubicBezTo>
                  <a:lnTo>
                    <a:pt x="3679" y="2525"/>
                  </a:lnTo>
                  <a:cubicBezTo>
                    <a:pt x="3704" y="2525"/>
                    <a:pt x="3729" y="2525"/>
                    <a:pt x="3754" y="2525"/>
                  </a:cubicBezTo>
                  <a:cubicBezTo>
                    <a:pt x="4715" y="2525"/>
                    <a:pt x="5631" y="2128"/>
                    <a:pt x="6307" y="1431"/>
                  </a:cubicBezTo>
                  <a:cubicBezTo>
                    <a:pt x="6791" y="906"/>
                    <a:pt x="7464" y="611"/>
                    <a:pt x="8179" y="611"/>
                  </a:cubicBezTo>
                  <a:lnTo>
                    <a:pt x="14822" y="611"/>
                  </a:lnTo>
                  <a:cubicBezTo>
                    <a:pt x="15432" y="611"/>
                    <a:pt x="16000" y="864"/>
                    <a:pt x="16441" y="1305"/>
                  </a:cubicBezTo>
                  <a:cubicBezTo>
                    <a:pt x="17177" y="2083"/>
                    <a:pt x="18207" y="2525"/>
                    <a:pt x="19300" y="2525"/>
                  </a:cubicBezTo>
                  <a:lnTo>
                    <a:pt x="22559" y="2525"/>
                  </a:lnTo>
                  <a:cubicBezTo>
                    <a:pt x="22706" y="2525"/>
                    <a:pt x="22833" y="2398"/>
                    <a:pt x="22833" y="2251"/>
                  </a:cubicBezTo>
                  <a:lnTo>
                    <a:pt x="22833" y="1642"/>
                  </a:lnTo>
                  <a:cubicBezTo>
                    <a:pt x="22833" y="1789"/>
                    <a:pt x="22706" y="1915"/>
                    <a:pt x="22559" y="1915"/>
                  </a:cubicBezTo>
                  <a:lnTo>
                    <a:pt x="19300" y="1915"/>
                  </a:lnTo>
                  <a:cubicBezTo>
                    <a:pt x="18207" y="1915"/>
                    <a:pt x="17177" y="1473"/>
                    <a:pt x="16441" y="696"/>
                  </a:cubicBezTo>
                  <a:cubicBezTo>
                    <a:pt x="16000" y="254"/>
                    <a:pt x="15432" y="2"/>
                    <a:pt x="14822" y="2"/>
                  </a:cubicBezTo>
                  <a:lnTo>
                    <a:pt x="8158" y="2"/>
                  </a:lnTo>
                  <a:cubicBezTo>
                    <a:pt x="8134" y="1"/>
                    <a:pt x="8110" y="1"/>
                    <a:pt x="8086" y="1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997;p92">
              <a:extLst>
                <a:ext uri="{FF2B5EF4-FFF2-40B4-BE49-F238E27FC236}">
                  <a16:creationId xmlns:a16="http://schemas.microsoft.com/office/drawing/2014/main" id="{B2799568-DC31-1AE3-7CA2-6694822D7C10}"/>
                </a:ext>
              </a:extLst>
            </p:cNvPr>
            <p:cNvSpPr/>
            <p:nvPr/>
          </p:nvSpPr>
          <p:spPr>
            <a:xfrm>
              <a:off x="932698" y="2697555"/>
              <a:ext cx="165910" cy="34661"/>
            </a:xfrm>
            <a:custGeom>
              <a:avLst/>
              <a:gdLst/>
              <a:ahLst/>
              <a:cxnLst/>
              <a:rect l="l" t="t" r="r" b="b"/>
              <a:pathLst>
                <a:path w="11081" h="2315" extrusionOk="0">
                  <a:moveTo>
                    <a:pt x="10359" y="1"/>
                  </a:moveTo>
                  <a:cubicBezTo>
                    <a:pt x="10347" y="1"/>
                    <a:pt x="10336" y="1"/>
                    <a:pt x="10324" y="2"/>
                  </a:cubicBezTo>
                  <a:lnTo>
                    <a:pt x="8873" y="2"/>
                  </a:lnTo>
                  <a:lnTo>
                    <a:pt x="8873" y="527"/>
                  </a:lnTo>
                  <a:cubicBezTo>
                    <a:pt x="8873" y="969"/>
                    <a:pt x="8495" y="1326"/>
                    <a:pt x="8053" y="1326"/>
                  </a:cubicBezTo>
                  <a:lnTo>
                    <a:pt x="1" y="1326"/>
                  </a:lnTo>
                  <a:lnTo>
                    <a:pt x="1" y="2314"/>
                  </a:lnTo>
                  <a:lnTo>
                    <a:pt x="11081" y="2314"/>
                  </a:lnTo>
                  <a:lnTo>
                    <a:pt x="11081" y="737"/>
                  </a:lnTo>
                  <a:cubicBezTo>
                    <a:pt x="11081" y="349"/>
                    <a:pt x="10763" y="1"/>
                    <a:pt x="10359" y="1"/>
                  </a:cubicBez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998;p92">
              <a:extLst>
                <a:ext uri="{FF2B5EF4-FFF2-40B4-BE49-F238E27FC236}">
                  <a16:creationId xmlns:a16="http://schemas.microsoft.com/office/drawing/2014/main" id="{34D919B9-4BC1-C2A5-8B7D-CDA8962714BA}"/>
                </a:ext>
              </a:extLst>
            </p:cNvPr>
            <p:cNvSpPr/>
            <p:nvPr/>
          </p:nvSpPr>
          <p:spPr>
            <a:xfrm>
              <a:off x="906885" y="2723068"/>
              <a:ext cx="217221" cy="28343"/>
            </a:xfrm>
            <a:custGeom>
              <a:avLst/>
              <a:gdLst/>
              <a:ahLst/>
              <a:cxnLst/>
              <a:rect l="l" t="t" r="r" b="b"/>
              <a:pathLst>
                <a:path w="14508" h="1893" extrusionOk="0">
                  <a:moveTo>
                    <a:pt x="758" y="1"/>
                  </a:moveTo>
                  <a:cubicBezTo>
                    <a:pt x="337" y="1"/>
                    <a:pt x="1" y="337"/>
                    <a:pt x="22" y="757"/>
                  </a:cubicBezTo>
                  <a:lnTo>
                    <a:pt x="22" y="1893"/>
                  </a:lnTo>
                  <a:lnTo>
                    <a:pt x="14508" y="1893"/>
                  </a:lnTo>
                  <a:lnTo>
                    <a:pt x="14508" y="757"/>
                  </a:lnTo>
                  <a:cubicBezTo>
                    <a:pt x="14508" y="337"/>
                    <a:pt x="14171" y="1"/>
                    <a:pt x="13751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999;p92">
              <a:extLst>
                <a:ext uri="{FF2B5EF4-FFF2-40B4-BE49-F238E27FC236}">
                  <a16:creationId xmlns:a16="http://schemas.microsoft.com/office/drawing/2014/main" id="{237C44CB-41C3-4545-21A9-1CA6D107B30C}"/>
                </a:ext>
              </a:extLst>
            </p:cNvPr>
            <p:cNvSpPr/>
            <p:nvPr/>
          </p:nvSpPr>
          <p:spPr>
            <a:xfrm>
              <a:off x="907200" y="2723068"/>
              <a:ext cx="216907" cy="28029"/>
            </a:xfrm>
            <a:custGeom>
              <a:avLst/>
              <a:gdLst/>
              <a:ahLst/>
              <a:cxnLst/>
              <a:rect l="l" t="t" r="r" b="b"/>
              <a:pathLst>
                <a:path w="14487" h="1872" extrusionOk="0">
                  <a:moveTo>
                    <a:pt x="12258" y="1"/>
                  </a:moveTo>
                  <a:lnTo>
                    <a:pt x="12258" y="694"/>
                  </a:lnTo>
                  <a:cubicBezTo>
                    <a:pt x="12237" y="1115"/>
                    <a:pt x="11922" y="1451"/>
                    <a:pt x="11501" y="1451"/>
                  </a:cubicBezTo>
                  <a:lnTo>
                    <a:pt x="1" y="1451"/>
                  </a:lnTo>
                  <a:lnTo>
                    <a:pt x="1" y="1872"/>
                  </a:lnTo>
                  <a:lnTo>
                    <a:pt x="14487" y="1872"/>
                  </a:lnTo>
                  <a:lnTo>
                    <a:pt x="14487" y="1451"/>
                  </a:lnTo>
                  <a:lnTo>
                    <a:pt x="14487" y="736"/>
                  </a:lnTo>
                  <a:cubicBezTo>
                    <a:pt x="14466" y="316"/>
                    <a:pt x="14129" y="1"/>
                    <a:pt x="13730" y="1"/>
                  </a:cubicBezTo>
                  <a:close/>
                </a:path>
              </a:pathLst>
            </a:custGeom>
            <a:solidFill>
              <a:srgbClr val="566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39;p3">
            <a:extLst>
              <a:ext uri="{FF2B5EF4-FFF2-40B4-BE49-F238E27FC236}">
                <a16:creationId xmlns:a16="http://schemas.microsoft.com/office/drawing/2014/main" id="{BE9B769B-CD8A-8C51-958F-76E08E7D7D0D}"/>
              </a:ext>
            </a:extLst>
          </p:cNvPr>
          <p:cNvSpPr txBox="1"/>
          <p:nvPr/>
        </p:nvSpPr>
        <p:spPr>
          <a:xfrm>
            <a:off x="724094" y="4482097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Formal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Verification</a:t>
            </a:r>
            <a:endParaRPr sz="1050" b="1" dirty="0"/>
          </a:p>
        </p:txBody>
      </p:sp>
      <p:sp>
        <p:nvSpPr>
          <p:cNvPr id="28" name="Google Shape;139;p3">
            <a:extLst>
              <a:ext uri="{FF2B5EF4-FFF2-40B4-BE49-F238E27FC236}">
                <a16:creationId xmlns:a16="http://schemas.microsoft.com/office/drawing/2014/main" id="{5D3B95C1-A6D4-81E8-3554-B129CE804F35}"/>
              </a:ext>
            </a:extLst>
          </p:cNvPr>
          <p:cNvSpPr txBox="1"/>
          <p:nvPr/>
        </p:nvSpPr>
        <p:spPr>
          <a:xfrm>
            <a:off x="691009" y="5022326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OpenJML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30" name="Google Shape;139;p3">
            <a:extLst>
              <a:ext uri="{FF2B5EF4-FFF2-40B4-BE49-F238E27FC236}">
                <a16:creationId xmlns:a16="http://schemas.microsoft.com/office/drawing/2014/main" id="{ABF7D9AC-AB53-093A-972D-F4F4376420B3}"/>
              </a:ext>
            </a:extLst>
          </p:cNvPr>
          <p:cNvSpPr txBox="1"/>
          <p:nvPr/>
        </p:nvSpPr>
        <p:spPr>
          <a:xfrm>
            <a:off x="670668" y="5798470"/>
            <a:ext cx="3165600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Static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it-IT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it-IT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RAC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verification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successfully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completed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the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critical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GeneticEngine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900" dirty="0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A91E342C-FD7D-2296-A257-746A047AAB36}"/>
              </a:ext>
            </a:extLst>
          </p:cNvPr>
          <p:cNvSpPr/>
          <p:nvPr/>
        </p:nvSpPr>
        <p:spPr>
          <a:xfrm>
            <a:off x="4902406" y="2819744"/>
            <a:ext cx="3351358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9" name="Google Shape;139;p3">
            <a:extLst>
              <a:ext uri="{FF2B5EF4-FFF2-40B4-BE49-F238E27FC236}">
                <a16:creationId xmlns:a16="http://schemas.microsoft.com/office/drawing/2014/main" id="{E08383C8-9A93-ECC2-524B-97DAAE686B30}"/>
              </a:ext>
            </a:extLst>
          </p:cNvPr>
          <p:cNvSpPr txBox="1"/>
          <p:nvPr/>
        </p:nvSpPr>
        <p:spPr>
          <a:xfrm>
            <a:off x="5047482" y="4441614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Coverage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(Test with ChatGPT)</a:t>
            </a:r>
            <a:endParaRPr sz="1050" b="1" dirty="0"/>
          </a:p>
        </p:txBody>
      </p:sp>
      <p:sp>
        <p:nvSpPr>
          <p:cNvPr id="50" name="Google Shape;139;p3">
            <a:extLst>
              <a:ext uri="{FF2B5EF4-FFF2-40B4-BE49-F238E27FC236}">
                <a16:creationId xmlns:a16="http://schemas.microsoft.com/office/drawing/2014/main" id="{B8971926-415C-A4F6-24C0-80D02DD4F80B}"/>
              </a:ext>
            </a:extLst>
          </p:cNvPr>
          <p:cNvSpPr txBox="1"/>
          <p:nvPr/>
        </p:nvSpPr>
        <p:spPr>
          <a:xfrm>
            <a:off x="5014397" y="5163882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100%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51" name="Google Shape;139;p3">
            <a:extLst>
              <a:ext uri="{FF2B5EF4-FFF2-40B4-BE49-F238E27FC236}">
                <a16:creationId xmlns:a16="http://schemas.microsoft.com/office/drawing/2014/main" id="{4E67A740-2CD7-B17D-58D0-22EA01115E77}"/>
              </a:ext>
            </a:extLst>
          </p:cNvPr>
          <p:cNvSpPr txBox="1"/>
          <p:nvPr/>
        </p:nvSpPr>
        <p:spPr>
          <a:xfrm>
            <a:off x="4994056" y="5849952"/>
            <a:ext cx="3165600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Reached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100% Line and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Branch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coverage with </a:t>
            </a:r>
            <a:r>
              <a:rPr lang="it-IT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JaCoCo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on Controller, Service, and Utility </a:t>
            </a:r>
            <a:r>
              <a:rPr lang="it-IT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modules</a:t>
            </a:r>
            <a:r>
              <a:rPr lang="it-IT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grpSp>
        <p:nvGrpSpPr>
          <p:cNvPr id="137" name="Google Shape;8423;p93">
            <a:extLst>
              <a:ext uri="{FF2B5EF4-FFF2-40B4-BE49-F238E27FC236}">
                <a16:creationId xmlns:a16="http://schemas.microsoft.com/office/drawing/2014/main" id="{921A51DA-54CD-2F31-EA9C-C8A624F945CB}"/>
              </a:ext>
            </a:extLst>
          </p:cNvPr>
          <p:cNvGrpSpPr/>
          <p:nvPr/>
        </p:nvGrpSpPr>
        <p:grpSpPr>
          <a:xfrm>
            <a:off x="6064855" y="3308720"/>
            <a:ext cx="1026460" cy="794821"/>
            <a:chOff x="1295502" y="2437362"/>
            <a:chExt cx="402645" cy="323917"/>
          </a:xfrm>
        </p:grpSpPr>
        <p:sp>
          <p:nvSpPr>
            <p:cNvPr id="138" name="Google Shape;8424;p93">
              <a:extLst>
                <a:ext uri="{FF2B5EF4-FFF2-40B4-BE49-F238E27FC236}">
                  <a16:creationId xmlns:a16="http://schemas.microsoft.com/office/drawing/2014/main" id="{CA3FAB30-9A00-4E26-1D4A-AAD39AC7C08C}"/>
                </a:ext>
              </a:extLst>
            </p:cNvPr>
            <p:cNvSpPr/>
            <p:nvPr/>
          </p:nvSpPr>
          <p:spPr>
            <a:xfrm>
              <a:off x="1295502" y="2437362"/>
              <a:ext cx="402645" cy="278724"/>
            </a:xfrm>
            <a:custGeom>
              <a:avLst/>
              <a:gdLst/>
              <a:ahLst/>
              <a:cxnLst/>
              <a:rect l="l" t="t" r="r" b="b"/>
              <a:pathLst>
                <a:path w="15333" h="10614" extrusionOk="0">
                  <a:moveTo>
                    <a:pt x="412" y="0"/>
                  </a:moveTo>
                  <a:cubicBezTo>
                    <a:pt x="183" y="0"/>
                    <a:pt x="1" y="182"/>
                    <a:pt x="1" y="412"/>
                  </a:cubicBezTo>
                  <a:lnTo>
                    <a:pt x="1" y="10202"/>
                  </a:lnTo>
                  <a:cubicBezTo>
                    <a:pt x="1" y="10432"/>
                    <a:pt x="183" y="10613"/>
                    <a:pt x="412" y="10613"/>
                  </a:cubicBezTo>
                  <a:lnTo>
                    <a:pt x="14921" y="10613"/>
                  </a:lnTo>
                  <a:cubicBezTo>
                    <a:pt x="15141" y="10613"/>
                    <a:pt x="15332" y="10432"/>
                    <a:pt x="15332" y="10202"/>
                  </a:cubicBezTo>
                  <a:lnTo>
                    <a:pt x="15332" y="412"/>
                  </a:lnTo>
                  <a:cubicBezTo>
                    <a:pt x="15332" y="182"/>
                    <a:pt x="15141" y="0"/>
                    <a:pt x="14921" y="0"/>
                  </a:cubicBez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425;p93">
              <a:extLst>
                <a:ext uri="{FF2B5EF4-FFF2-40B4-BE49-F238E27FC236}">
                  <a16:creationId xmlns:a16="http://schemas.microsoft.com/office/drawing/2014/main" id="{86FCEE26-28A3-3390-4FBA-069163DE4166}"/>
                </a:ext>
              </a:extLst>
            </p:cNvPr>
            <p:cNvSpPr/>
            <p:nvPr/>
          </p:nvSpPr>
          <p:spPr>
            <a:xfrm>
              <a:off x="1295502" y="2437362"/>
              <a:ext cx="402645" cy="278724"/>
            </a:xfrm>
            <a:custGeom>
              <a:avLst/>
              <a:gdLst/>
              <a:ahLst/>
              <a:cxnLst/>
              <a:rect l="l" t="t" r="r" b="b"/>
              <a:pathLst>
                <a:path w="15333" h="10614" extrusionOk="0">
                  <a:moveTo>
                    <a:pt x="13954" y="0"/>
                  </a:moveTo>
                  <a:lnTo>
                    <a:pt x="13954" y="9618"/>
                  </a:lnTo>
                  <a:cubicBezTo>
                    <a:pt x="13954" y="9838"/>
                    <a:pt x="13763" y="10030"/>
                    <a:pt x="13543" y="10030"/>
                  </a:cubicBezTo>
                  <a:lnTo>
                    <a:pt x="1" y="10030"/>
                  </a:lnTo>
                  <a:lnTo>
                    <a:pt x="1" y="10202"/>
                  </a:lnTo>
                  <a:cubicBezTo>
                    <a:pt x="1" y="10432"/>
                    <a:pt x="183" y="10613"/>
                    <a:pt x="412" y="10613"/>
                  </a:cubicBezTo>
                  <a:lnTo>
                    <a:pt x="14921" y="10613"/>
                  </a:lnTo>
                  <a:cubicBezTo>
                    <a:pt x="15141" y="10613"/>
                    <a:pt x="15332" y="10432"/>
                    <a:pt x="15332" y="10202"/>
                  </a:cubicBezTo>
                  <a:lnTo>
                    <a:pt x="15332" y="412"/>
                  </a:lnTo>
                  <a:cubicBezTo>
                    <a:pt x="15332" y="182"/>
                    <a:pt x="15141" y="0"/>
                    <a:pt x="14921" y="0"/>
                  </a:cubicBez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426;p93">
              <a:extLst>
                <a:ext uri="{FF2B5EF4-FFF2-40B4-BE49-F238E27FC236}">
                  <a16:creationId xmlns:a16="http://schemas.microsoft.com/office/drawing/2014/main" id="{400DB148-28F8-0661-DE47-FAAC41220286}"/>
                </a:ext>
              </a:extLst>
            </p:cNvPr>
            <p:cNvSpPr/>
            <p:nvPr/>
          </p:nvSpPr>
          <p:spPr>
            <a:xfrm>
              <a:off x="1324651" y="2467771"/>
              <a:ext cx="344347" cy="217905"/>
            </a:xfrm>
            <a:custGeom>
              <a:avLst/>
              <a:gdLst/>
              <a:ahLst/>
              <a:cxnLst/>
              <a:rect l="l" t="t" r="r" b="b"/>
              <a:pathLst>
                <a:path w="13113" h="8298" extrusionOk="0">
                  <a:moveTo>
                    <a:pt x="1159" y="0"/>
                  </a:moveTo>
                  <a:cubicBezTo>
                    <a:pt x="1130" y="0"/>
                    <a:pt x="1101" y="19"/>
                    <a:pt x="1101" y="48"/>
                  </a:cubicBezTo>
                  <a:cubicBezTo>
                    <a:pt x="1082" y="622"/>
                    <a:pt x="623" y="1072"/>
                    <a:pt x="49" y="1101"/>
                  </a:cubicBezTo>
                  <a:cubicBezTo>
                    <a:pt x="20" y="1101"/>
                    <a:pt x="1" y="1129"/>
                    <a:pt x="1" y="1158"/>
                  </a:cubicBezTo>
                  <a:lnTo>
                    <a:pt x="1" y="7139"/>
                  </a:lnTo>
                  <a:cubicBezTo>
                    <a:pt x="1" y="7168"/>
                    <a:pt x="20" y="7187"/>
                    <a:pt x="49" y="7187"/>
                  </a:cubicBezTo>
                  <a:cubicBezTo>
                    <a:pt x="623" y="7216"/>
                    <a:pt x="1082" y="7675"/>
                    <a:pt x="1101" y="8250"/>
                  </a:cubicBezTo>
                  <a:cubicBezTo>
                    <a:pt x="1101" y="8278"/>
                    <a:pt x="1130" y="8297"/>
                    <a:pt x="1159" y="8297"/>
                  </a:cubicBezTo>
                  <a:lnTo>
                    <a:pt x="11897" y="8297"/>
                  </a:lnTo>
                  <a:cubicBezTo>
                    <a:pt x="11925" y="8297"/>
                    <a:pt x="11945" y="8278"/>
                    <a:pt x="11945" y="8250"/>
                  </a:cubicBezTo>
                  <a:cubicBezTo>
                    <a:pt x="11973" y="7662"/>
                    <a:pt x="12452" y="7197"/>
                    <a:pt x="13037" y="7197"/>
                  </a:cubicBezTo>
                  <a:cubicBezTo>
                    <a:pt x="13043" y="7197"/>
                    <a:pt x="13049" y="7197"/>
                    <a:pt x="13055" y="7197"/>
                  </a:cubicBezTo>
                  <a:cubicBezTo>
                    <a:pt x="13083" y="7197"/>
                    <a:pt x="13112" y="7168"/>
                    <a:pt x="13112" y="7139"/>
                  </a:cubicBezTo>
                  <a:lnTo>
                    <a:pt x="13112" y="1158"/>
                  </a:lnTo>
                  <a:cubicBezTo>
                    <a:pt x="13112" y="1129"/>
                    <a:pt x="13083" y="1101"/>
                    <a:pt x="13055" y="1101"/>
                  </a:cubicBezTo>
                  <a:cubicBezTo>
                    <a:pt x="12461" y="1101"/>
                    <a:pt x="11973" y="641"/>
                    <a:pt x="11945" y="48"/>
                  </a:cubicBezTo>
                  <a:cubicBezTo>
                    <a:pt x="11945" y="19"/>
                    <a:pt x="11925" y="0"/>
                    <a:pt x="118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427;p93">
              <a:extLst>
                <a:ext uri="{FF2B5EF4-FFF2-40B4-BE49-F238E27FC236}">
                  <a16:creationId xmlns:a16="http://schemas.microsoft.com/office/drawing/2014/main" id="{241D6B7D-D309-8540-E7B2-12905831006D}"/>
                </a:ext>
              </a:extLst>
            </p:cNvPr>
            <p:cNvSpPr/>
            <p:nvPr/>
          </p:nvSpPr>
          <p:spPr>
            <a:xfrm>
              <a:off x="1600617" y="2467771"/>
              <a:ext cx="68381" cy="217905"/>
            </a:xfrm>
            <a:custGeom>
              <a:avLst/>
              <a:gdLst/>
              <a:ahLst/>
              <a:cxnLst/>
              <a:rect l="l" t="t" r="r" b="b"/>
              <a:pathLst>
                <a:path w="2604" h="8298" extrusionOk="0">
                  <a:moveTo>
                    <a:pt x="0" y="0"/>
                  </a:moveTo>
                  <a:cubicBezTo>
                    <a:pt x="19" y="0"/>
                    <a:pt x="48" y="19"/>
                    <a:pt x="48" y="48"/>
                  </a:cubicBezTo>
                  <a:cubicBezTo>
                    <a:pt x="77" y="641"/>
                    <a:pt x="565" y="1101"/>
                    <a:pt x="1158" y="1101"/>
                  </a:cubicBezTo>
                  <a:cubicBezTo>
                    <a:pt x="1187" y="1101"/>
                    <a:pt x="1206" y="1129"/>
                    <a:pt x="1206" y="1158"/>
                  </a:cubicBezTo>
                  <a:lnTo>
                    <a:pt x="1206" y="7139"/>
                  </a:lnTo>
                  <a:cubicBezTo>
                    <a:pt x="1206" y="7168"/>
                    <a:pt x="1187" y="7197"/>
                    <a:pt x="1158" y="7197"/>
                  </a:cubicBezTo>
                  <a:cubicBezTo>
                    <a:pt x="565" y="7197"/>
                    <a:pt x="77" y="7656"/>
                    <a:pt x="48" y="8250"/>
                  </a:cubicBezTo>
                  <a:cubicBezTo>
                    <a:pt x="48" y="8278"/>
                    <a:pt x="19" y="8297"/>
                    <a:pt x="0" y="8297"/>
                  </a:cubicBezTo>
                  <a:lnTo>
                    <a:pt x="1388" y="8297"/>
                  </a:lnTo>
                  <a:cubicBezTo>
                    <a:pt x="1416" y="8297"/>
                    <a:pt x="1436" y="8278"/>
                    <a:pt x="1436" y="8250"/>
                  </a:cubicBezTo>
                  <a:cubicBezTo>
                    <a:pt x="1464" y="7656"/>
                    <a:pt x="1952" y="7197"/>
                    <a:pt x="2546" y="7197"/>
                  </a:cubicBezTo>
                  <a:cubicBezTo>
                    <a:pt x="2574" y="7197"/>
                    <a:pt x="2603" y="7168"/>
                    <a:pt x="2603" y="7139"/>
                  </a:cubicBezTo>
                  <a:lnTo>
                    <a:pt x="2603" y="1158"/>
                  </a:lnTo>
                  <a:cubicBezTo>
                    <a:pt x="2603" y="1129"/>
                    <a:pt x="2574" y="1101"/>
                    <a:pt x="2546" y="1101"/>
                  </a:cubicBezTo>
                  <a:cubicBezTo>
                    <a:pt x="1952" y="1101"/>
                    <a:pt x="1464" y="641"/>
                    <a:pt x="1436" y="48"/>
                  </a:cubicBezTo>
                  <a:cubicBezTo>
                    <a:pt x="1436" y="19"/>
                    <a:pt x="1416" y="0"/>
                    <a:pt x="1388" y="0"/>
                  </a:cubicBezTo>
                  <a:close/>
                </a:path>
              </a:pathLst>
            </a:custGeom>
            <a:solidFill>
              <a:srgbClr val="EF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428;p93">
              <a:extLst>
                <a:ext uri="{FF2B5EF4-FFF2-40B4-BE49-F238E27FC236}">
                  <a16:creationId xmlns:a16="http://schemas.microsoft.com/office/drawing/2014/main" id="{EBFCEB02-12DD-A655-8386-B48EC57E5924}"/>
                </a:ext>
              </a:extLst>
            </p:cNvPr>
            <p:cNvSpPr/>
            <p:nvPr/>
          </p:nvSpPr>
          <p:spPr>
            <a:xfrm>
              <a:off x="1557445" y="2680871"/>
              <a:ext cx="66044" cy="80408"/>
            </a:xfrm>
            <a:custGeom>
              <a:avLst/>
              <a:gdLst/>
              <a:ahLst/>
              <a:cxnLst/>
              <a:rect l="l" t="t" r="r" b="b"/>
              <a:pathLst>
                <a:path w="2515" h="3062" extrusionOk="0">
                  <a:moveTo>
                    <a:pt x="1156" y="1"/>
                  </a:moveTo>
                  <a:lnTo>
                    <a:pt x="17" y="2393"/>
                  </a:lnTo>
                  <a:cubicBezTo>
                    <a:pt x="0" y="2419"/>
                    <a:pt x="21" y="2452"/>
                    <a:pt x="53" y="2452"/>
                  </a:cubicBezTo>
                  <a:cubicBezTo>
                    <a:pt x="57" y="2452"/>
                    <a:pt x="61" y="2452"/>
                    <a:pt x="65" y="2451"/>
                  </a:cubicBezTo>
                  <a:lnTo>
                    <a:pt x="831" y="2336"/>
                  </a:lnTo>
                  <a:cubicBezTo>
                    <a:pt x="836" y="2333"/>
                    <a:pt x="840" y="2332"/>
                    <a:pt x="844" y="2332"/>
                  </a:cubicBezTo>
                  <a:cubicBezTo>
                    <a:pt x="855" y="2332"/>
                    <a:pt x="862" y="2341"/>
                    <a:pt x="869" y="2355"/>
                  </a:cubicBezTo>
                  <a:lnTo>
                    <a:pt x="1300" y="3044"/>
                  </a:lnTo>
                  <a:cubicBezTo>
                    <a:pt x="1308" y="3056"/>
                    <a:pt x="1319" y="3061"/>
                    <a:pt x="1330" y="3061"/>
                  </a:cubicBezTo>
                  <a:cubicBezTo>
                    <a:pt x="1346" y="3061"/>
                    <a:pt x="1361" y="3051"/>
                    <a:pt x="1367" y="3034"/>
                  </a:cubicBezTo>
                  <a:lnTo>
                    <a:pt x="2515" y="642"/>
                  </a:lnTo>
                  <a:lnTo>
                    <a:pt x="1156" y="1"/>
                  </a:lnTo>
                  <a:close/>
                </a:path>
              </a:pathLst>
            </a:custGeom>
            <a:solidFill>
              <a:srgbClr val="92A1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429;p93">
              <a:extLst>
                <a:ext uri="{FF2B5EF4-FFF2-40B4-BE49-F238E27FC236}">
                  <a16:creationId xmlns:a16="http://schemas.microsoft.com/office/drawing/2014/main" id="{C6DA542D-0129-F10D-7A33-26B51DD74285}"/>
                </a:ext>
              </a:extLst>
            </p:cNvPr>
            <p:cNvSpPr/>
            <p:nvPr/>
          </p:nvSpPr>
          <p:spPr>
            <a:xfrm>
              <a:off x="1607129" y="2680871"/>
              <a:ext cx="66070" cy="80408"/>
            </a:xfrm>
            <a:custGeom>
              <a:avLst/>
              <a:gdLst/>
              <a:ahLst/>
              <a:cxnLst/>
              <a:rect l="l" t="t" r="r" b="b"/>
              <a:pathLst>
                <a:path w="2516" h="3062" extrusionOk="0">
                  <a:moveTo>
                    <a:pt x="1350" y="1"/>
                  </a:moveTo>
                  <a:lnTo>
                    <a:pt x="1" y="642"/>
                  </a:lnTo>
                  <a:lnTo>
                    <a:pt x="1140" y="3034"/>
                  </a:lnTo>
                  <a:cubicBezTo>
                    <a:pt x="1151" y="3051"/>
                    <a:pt x="1168" y="3061"/>
                    <a:pt x="1185" y="3061"/>
                  </a:cubicBezTo>
                  <a:cubicBezTo>
                    <a:pt x="1197" y="3061"/>
                    <a:pt x="1208" y="3056"/>
                    <a:pt x="1216" y="3044"/>
                  </a:cubicBezTo>
                  <a:lnTo>
                    <a:pt x="1637" y="2355"/>
                  </a:lnTo>
                  <a:cubicBezTo>
                    <a:pt x="1644" y="2341"/>
                    <a:pt x="1657" y="2332"/>
                    <a:pt x="1670" y="2332"/>
                  </a:cubicBezTo>
                  <a:cubicBezTo>
                    <a:pt x="1675" y="2332"/>
                    <a:pt x="1680" y="2333"/>
                    <a:pt x="1685" y="2336"/>
                  </a:cubicBezTo>
                  <a:lnTo>
                    <a:pt x="2451" y="2451"/>
                  </a:lnTo>
                  <a:cubicBezTo>
                    <a:pt x="2455" y="2452"/>
                    <a:pt x="2459" y="2452"/>
                    <a:pt x="2463" y="2452"/>
                  </a:cubicBezTo>
                  <a:cubicBezTo>
                    <a:pt x="2495" y="2452"/>
                    <a:pt x="2516" y="2419"/>
                    <a:pt x="2499" y="2393"/>
                  </a:cubicBezTo>
                  <a:lnTo>
                    <a:pt x="1350" y="1"/>
                  </a:lnTo>
                  <a:close/>
                </a:path>
              </a:pathLst>
            </a:custGeom>
            <a:solidFill>
              <a:srgbClr val="7D8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430;p93">
              <a:extLst>
                <a:ext uri="{FF2B5EF4-FFF2-40B4-BE49-F238E27FC236}">
                  <a16:creationId xmlns:a16="http://schemas.microsoft.com/office/drawing/2014/main" id="{3D115BE4-2713-CEF7-0069-88B8D13510C4}"/>
                </a:ext>
              </a:extLst>
            </p:cNvPr>
            <p:cNvSpPr/>
            <p:nvPr/>
          </p:nvSpPr>
          <p:spPr>
            <a:xfrm>
              <a:off x="1556631" y="2604927"/>
              <a:ext cx="117146" cy="115229"/>
            </a:xfrm>
            <a:custGeom>
              <a:avLst/>
              <a:gdLst/>
              <a:ahLst/>
              <a:cxnLst/>
              <a:rect l="l" t="t" r="r" b="b"/>
              <a:pathLst>
                <a:path w="4461" h="4388" extrusionOk="0">
                  <a:moveTo>
                    <a:pt x="2234" y="0"/>
                  </a:moveTo>
                  <a:cubicBezTo>
                    <a:pt x="2113" y="0"/>
                    <a:pt x="1991" y="36"/>
                    <a:pt x="1886" y="108"/>
                  </a:cubicBezTo>
                  <a:cubicBezTo>
                    <a:pt x="1790" y="179"/>
                    <a:pt x="1675" y="218"/>
                    <a:pt x="1562" y="218"/>
                  </a:cubicBezTo>
                  <a:cubicBezTo>
                    <a:pt x="1539" y="218"/>
                    <a:pt x="1516" y="216"/>
                    <a:pt x="1493" y="213"/>
                  </a:cubicBezTo>
                  <a:cubicBezTo>
                    <a:pt x="1477" y="212"/>
                    <a:pt x="1461" y="211"/>
                    <a:pt x="1444" y="211"/>
                  </a:cubicBezTo>
                  <a:cubicBezTo>
                    <a:pt x="1205" y="211"/>
                    <a:pt x="989" y="342"/>
                    <a:pt x="890" y="557"/>
                  </a:cubicBezTo>
                  <a:cubicBezTo>
                    <a:pt x="833" y="691"/>
                    <a:pt x="728" y="797"/>
                    <a:pt x="603" y="854"/>
                  </a:cubicBezTo>
                  <a:cubicBezTo>
                    <a:pt x="373" y="959"/>
                    <a:pt x="230" y="1199"/>
                    <a:pt x="259" y="1448"/>
                  </a:cubicBezTo>
                  <a:cubicBezTo>
                    <a:pt x="268" y="1591"/>
                    <a:pt x="230" y="1735"/>
                    <a:pt x="153" y="1849"/>
                  </a:cubicBezTo>
                  <a:cubicBezTo>
                    <a:pt x="0" y="2060"/>
                    <a:pt x="0" y="2328"/>
                    <a:pt x="153" y="2539"/>
                  </a:cubicBezTo>
                  <a:cubicBezTo>
                    <a:pt x="230" y="2653"/>
                    <a:pt x="268" y="2797"/>
                    <a:pt x="259" y="2940"/>
                  </a:cubicBezTo>
                  <a:cubicBezTo>
                    <a:pt x="230" y="3189"/>
                    <a:pt x="373" y="3429"/>
                    <a:pt x="603" y="3534"/>
                  </a:cubicBezTo>
                  <a:cubicBezTo>
                    <a:pt x="728" y="3591"/>
                    <a:pt x="833" y="3697"/>
                    <a:pt x="890" y="3831"/>
                  </a:cubicBezTo>
                  <a:cubicBezTo>
                    <a:pt x="989" y="4046"/>
                    <a:pt x="1205" y="4177"/>
                    <a:pt x="1444" y="4177"/>
                  </a:cubicBezTo>
                  <a:cubicBezTo>
                    <a:pt x="1461" y="4177"/>
                    <a:pt x="1477" y="4176"/>
                    <a:pt x="1493" y="4175"/>
                  </a:cubicBezTo>
                  <a:cubicBezTo>
                    <a:pt x="1516" y="4172"/>
                    <a:pt x="1539" y="4170"/>
                    <a:pt x="1562" y="4170"/>
                  </a:cubicBezTo>
                  <a:cubicBezTo>
                    <a:pt x="1675" y="4170"/>
                    <a:pt x="1790" y="4209"/>
                    <a:pt x="1886" y="4280"/>
                  </a:cubicBezTo>
                  <a:cubicBezTo>
                    <a:pt x="1991" y="4352"/>
                    <a:pt x="2113" y="4388"/>
                    <a:pt x="2234" y="4388"/>
                  </a:cubicBezTo>
                  <a:cubicBezTo>
                    <a:pt x="2355" y="4388"/>
                    <a:pt x="2474" y="4352"/>
                    <a:pt x="2575" y="4280"/>
                  </a:cubicBezTo>
                  <a:cubicBezTo>
                    <a:pt x="2670" y="4209"/>
                    <a:pt x="2785" y="4170"/>
                    <a:pt x="2904" y="4170"/>
                  </a:cubicBezTo>
                  <a:cubicBezTo>
                    <a:pt x="2928" y="4170"/>
                    <a:pt x="2952" y="4172"/>
                    <a:pt x="2977" y="4175"/>
                  </a:cubicBezTo>
                  <a:cubicBezTo>
                    <a:pt x="2992" y="4176"/>
                    <a:pt x="3008" y="4177"/>
                    <a:pt x="3024" y="4177"/>
                  </a:cubicBezTo>
                  <a:cubicBezTo>
                    <a:pt x="3255" y="4177"/>
                    <a:pt x="3472" y="4046"/>
                    <a:pt x="3580" y="3831"/>
                  </a:cubicBezTo>
                  <a:cubicBezTo>
                    <a:pt x="3637" y="3697"/>
                    <a:pt x="3742" y="3591"/>
                    <a:pt x="3867" y="3534"/>
                  </a:cubicBezTo>
                  <a:cubicBezTo>
                    <a:pt x="4096" y="3429"/>
                    <a:pt x="4230" y="3189"/>
                    <a:pt x="4211" y="2940"/>
                  </a:cubicBezTo>
                  <a:cubicBezTo>
                    <a:pt x="4202" y="2797"/>
                    <a:pt x="4230" y="2653"/>
                    <a:pt x="4316" y="2539"/>
                  </a:cubicBezTo>
                  <a:cubicBezTo>
                    <a:pt x="4460" y="2328"/>
                    <a:pt x="4460" y="2060"/>
                    <a:pt x="4316" y="1849"/>
                  </a:cubicBezTo>
                  <a:cubicBezTo>
                    <a:pt x="4230" y="1735"/>
                    <a:pt x="4202" y="1591"/>
                    <a:pt x="4211" y="1448"/>
                  </a:cubicBezTo>
                  <a:cubicBezTo>
                    <a:pt x="4230" y="1199"/>
                    <a:pt x="4096" y="959"/>
                    <a:pt x="3867" y="854"/>
                  </a:cubicBezTo>
                  <a:cubicBezTo>
                    <a:pt x="3742" y="797"/>
                    <a:pt x="3637" y="691"/>
                    <a:pt x="3580" y="557"/>
                  </a:cubicBezTo>
                  <a:cubicBezTo>
                    <a:pt x="3472" y="342"/>
                    <a:pt x="3255" y="211"/>
                    <a:pt x="3024" y="211"/>
                  </a:cubicBezTo>
                  <a:cubicBezTo>
                    <a:pt x="3008" y="211"/>
                    <a:pt x="2992" y="212"/>
                    <a:pt x="2977" y="213"/>
                  </a:cubicBezTo>
                  <a:cubicBezTo>
                    <a:pt x="2952" y="216"/>
                    <a:pt x="2928" y="218"/>
                    <a:pt x="2904" y="218"/>
                  </a:cubicBezTo>
                  <a:cubicBezTo>
                    <a:pt x="2785" y="218"/>
                    <a:pt x="2670" y="179"/>
                    <a:pt x="2575" y="108"/>
                  </a:cubicBezTo>
                  <a:cubicBezTo>
                    <a:pt x="2474" y="36"/>
                    <a:pt x="2355" y="0"/>
                    <a:pt x="2234" y="0"/>
                  </a:cubicBezTo>
                  <a:close/>
                </a:path>
              </a:pathLst>
            </a:custGeom>
            <a:solidFill>
              <a:srgbClr val="A3B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8431;p93">
              <a:extLst>
                <a:ext uri="{FF2B5EF4-FFF2-40B4-BE49-F238E27FC236}">
                  <a16:creationId xmlns:a16="http://schemas.microsoft.com/office/drawing/2014/main" id="{8B816CA6-CAAF-1E53-74AA-B725F260DAF5}"/>
                </a:ext>
              </a:extLst>
            </p:cNvPr>
            <p:cNvSpPr/>
            <p:nvPr/>
          </p:nvSpPr>
          <p:spPr>
            <a:xfrm>
              <a:off x="1595076" y="2714300"/>
              <a:ext cx="2048" cy="26"/>
            </a:xfrm>
            <a:custGeom>
              <a:avLst/>
              <a:gdLst/>
              <a:ahLst/>
              <a:cxnLst/>
              <a:rect l="l" t="t" r="r" b="b"/>
              <a:pathLst>
                <a:path w="78" h="1" extrusionOk="0">
                  <a:moveTo>
                    <a:pt x="1" y="0"/>
                  </a:moveTo>
                  <a:lnTo>
                    <a:pt x="29" y="0"/>
                  </a:lnTo>
                  <a:lnTo>
                    <a:pt x="77" y="0"/>
                  </a:lnTo>
                  <a:cubicBezTo>
                    <a:pt x="48" y="0"/>
                    <a:pt x="29" y="0"/>
                    <a:pt x="1" y="0"/>
                  </a:cubicBezTo>
                  <a:close/>
                </a:path>
              </a:pathLst>
            </a:custGeom>
            <a:solidFill>
              <a:srgbClr val="8CA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8432;p93">
              <a:extLst>
                <a:ext uri="{FF2B5EF4-FFF2-40B4-BE49-F238E27FC236}">
                  <a16:creationId xmlns:a16="http://schemas.microsoft.com/office/drawing/2014/main" id="{8C52C610-4B2A-558E-EEDA-F2DB7A4AF6CA}"/>
                </a:ext>
              </a:extLst>
            </p:cNvPr>
            <p:cNvSpPr/>
            <p:nvPr/>
          </p:nvSpPr>
          <p:spPr>
            <a:xfrm>
              <a:off x="1595076" y="2610757"/>
              <a:ext cx="2048" cy="26"/>
            </a:xfrm>
            <a:custGeom>
              <a:avLst/>
              <a:gdLst/>
              <a:ahLst/>
              <a:cxnLst/>
              <a:rect l="l" t="t" r="r" b="b"/>
              <a:pathLst>
                <a:path w="78" h="1" extrusionOk="0">
                  <a:moveTo>
                    <a:pt x="77" y="1"/>
                  </a:moveTo>
                  <a:lnTo>
                    <a:pt x="29" y="1"/>
                  </a:lnTo>
                  <a:lnTo>
                    <a:pt x="1" y="1"/>
                  </a:lnTo>
                  <a:cubicBezTo>
                    <a:pt x="29" y="1"/>
                    <a:pt x="48" y="1"/>
                    <a:pt x="77" y="1"/>
                  </a:cubicBezTo>
                  <a:close/>
                </a:path>
              </a:pathLst>
            </a:custGeom>
            <a:solidFill>
              <a:srgbClr val="8CA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433;p93">
              <a:extLst>
                <a:ext uri="{FF2B5EF4-FFF2-40B4-BE49-F238E27FC236}">
                  <a16:creationId xmlns:a16="http://schemas.microsoft.com/office/drawing/2014/main" id="{935D05E9-EED3-7E50-AF87-356F0F7E8D3A}"/>
                </a:ext>
              </a:extLst>
            </p:cNvPr>
            <p:cNvSpPr/>
            <p:nvPr/>
          </p:nvSpPr>
          <p:spPr>
            <a:xfrm>
              <a:off x="1598857" y="2604927"/>
              <a:ext cx="74920" cy="115176"/>
            </a:xfrm>
            <a:custGeom>
              <a:avLst/>
              <a:gdLst/>
              <a:ahLst/>
              <a:cxnLst/>
              <a:rect l="l" t="t" r="r" b="b"/>
              <a:pathLst>
                <a:path w="2853" h="4386" extrusionOk="0">
                  <a:moveTo>
                    <a:pt x="626" y="0"/>
                  </a:moveTo>
                  <a:cubicBezTo>
                    <a:pt x="505" y="0"/>
                    <a:pt x="383" y="36"/>
                    <a:pt x="278" y="108"/>
                  </a:cubicBezTo>
                  <a:cubicBezTo>
                    <a:pt x="201" y="165"/>
                    <a:pt x="105" y="203"/>
                    <a:pt x="0" y="213"/>
                  </a:cubicBezTo>
                  <a:cubicBezTo>
                    <a:pt x="8" y="213"/>
                    <a:pt x="16" y="212"/>
                    <a:pt x="24" y="212"/>
                  </a:cubicBezTo>
                  <a:cubicBezTo>
                    <a:pt x="255" y="212"/>
                    <a:pt x="473" y="345"/>
                    <a:pt x="574" y="557"/>
                  </a:cubicBezTo>
                  <a:cubicBezTo>
                    <a:pt x="632" y="691"/>
                    <a:pt x="737" y="787"/>
                    <a:pt x="861" y="854"/>
                  </a:cubicBezTo>
                  <a:cubicBezTo>
                    <a:pt x="1091" y="959"/>
                    <a:pt x="1235" y="1199"/>
                    <a:pt x="1206" y="1448"/>
                  </a:cubicBezTo>
                  <a:cubicBezTo>
                    <a:pt x="1196" y="1591"/>
                    <a:pt x="1235" y="1735"/>
                    <a:pt x="1311" y="1849"/>
                  </a:cubicBezTo>
                  <a:cubicBezTo>
                    <a:pt x="1464" y="2050"/>
                    <a:pt x="1464" y="2328"/>
                    <a:pt x="1311" y="2539"/>
                  </a:cubicBezTo>
                  <a:cubicBezTo>
                    <a:pt x="1235" y="2653"/>
                    <a:pt x="1196" y="2797"/>
                    <a:pt x="1206" y="2940"/>
                  </a:cubicBezTo>
                  <a:cubicBezTo>
                    <a:pt x="1235" y="3189"/>
                    <a:pt x="1091" y="3429"/>
                    <a:pt x="861" y="3534"/>
                  </a:cubicBezTo>
                  <a:cubicBezTo>
                    <a:pt x="737" y="3591"/>
                    <a:pt x="632" y="3697"/>
                    <a:pt x="574" y="3831"/>
                  </a:cubicBezTo>
                  <a:cubicBezTo>
                    <a:pt x="473" y="4043"/>
                    <a:pt x="255" y="4176"/>
                    <a:pt x="24" y="4176"/>
                  </a:cubicBezTo>
                  <a:cubicBezTo>
                    <a:pt x="16" y="4176"/>
                    <a:pt x="8" y="4175"/>
                    <a:pt x="0" y="4175"/>
                  </a:cubicBezTo>
                  <a:lnTo>
                    <a:pt x="0" y="4175"/>
                  </a:lnTo>
                  <a:cubicBezTo>
                    <a:pt x="105" y="4185"/>
                    <a:pt x="201" y="4213"/>
                    <a:pt x="278" y="4271"/>
                  </a:cubicBezTo>
                  <a:cubicBezTo>
                    <a:pt x="383" y="4347"/>
                    <a:pt x="505" y="4386"/>
                    <a:pt x="626" y="4386"/>
                  </a:cubicBezTo>
                  <a:cubicBezTo>
                    <a:pt x="747" y="4386"/>
                    <a:pt x="866" y="4347"/>
                    <a:pt x="967" y="4271"/>
                  </a:cubicBezTo>
                  <a:cubicBezTo>
                    <a:pt x="1070" y="4202"/>
                    <a:pt x="1196" y="4164"/>
                    <a:pt x="1325" y="4164"/>
                  </a:cubicBezTo>
                  <a:cubicBezTo>
                    <a:pt x="1340" y="4164"/>
                    <a:pt x="1354" y="4165"/>
                    <a:pt x="1369" y="4165"/>
                  </a:cubicBezTo>
                  <a:cubicBezTo>
                    <a:pt x="1390" y="4168"/>
                    <a:pt x="1411" y="4169"/>
                    <a:pt x="1432" y="4169"/>
                  </a:cubicBezTo>
                  <a:cubicBezTo>
                    <a:pt x="1657" y="4169"/>
                    <a:pt x="1866" y="4032"/>
                    <a:pt x="1962" y="3831"/>
                  </a:cubicBezTo>
                  <a:cubicBezTo>
                    <a:pt x="2029" y="3697"/>
                    <a:pt x="2125" y="3591"/>
                    <a:pt x="2259" y="3534"/>
                  </a:cubicBezTo>
                  <a:cubicBezTo>
                    <a:pt x="2488" y="3429"/>
                    <a:pt x="2622" y="3189"/>
                    <a:pt x="2603" y="2940"/>
                  </a:cubicBezTo>
                  <a:cubicBezTo>
                    <a:pt x="2584" y="2797"/>
                    <a:pt x="2622" y="2653"/>
                    <a:pt x="2708" y="2539"/>
                  </a:cubicBezTo>
                  <a:cubicBezTo>
                    <a:pt x="2852" y="2328"/>
                    <a:pt x="2852" y="2050"/>
                    <a:pt x="2708" y="1849"/>
                  </a:cubicBezTo>
                  <a:cubicBezTo>
                    <a:pt x="2622" y="1735"/>
                    <a:pt x="2584" y="1591"/>
                    <a:pt x="2603" y="1448"/>
                  </a:cubicBezTo>
                  <a:cubicBezTo>
                    <a:pt x="2622" y="1199"/>
                    <a:pt x="2488" y="959"/>
                    <a:pt x="2259" y="854"/>
                  </a:cubicBezTo>
                  <a:cubicBezTo>
                    <a:pt x="2125" y="787"/>
                    <a:pt x="2029" y="691"/>
                    <a:pt x="1962" y="557"/>
                  </a:cubicBezTo>
                  <a:cubicBezTo>
                    <a:pt x="1863" y="342"/>
                    <a:pt x="1647" y="211"/>
                    <a:pt x="1416" y="211"/>
                  </a:cubicBezTo>
                  <a:cubicBezTo>
                    <a:pt x="1400" y="211"/>
                    <a:pt x="1384" y="212"/>
                    <a:pt x="1369" y="213"/>
                  </a:cubicBezTo>
                  <a:cubicBezTo>
                    <a:pt x="1344" y="216"/>
                    <a:pt x="1320" y="218"/>
                    <a:pt x="1296" y="218"/>
                  </a:cubicBezTo>
                  <a:cubicBezTo>
                    <a:pt x="1177" y="218"/>
                    <a:pt x="1062" y="179"/>
                    <a:pt x="967" y="108"/>
                  </a:cubicBezTo>
                  <a:cubicBezTo>
                    <a:pt x="866" y="36"/>
                    <a:pt x="747" y="0"/>
                    <a:pt x="626" y="0"/>
                  </a:cubicBezTo>
                  <a:close/>
                </a:path>
              </a:pathLst>
            </a:custGeom>
            <a:solidFill>
              <a:srgbClr val="8CA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434;p93">
              <a:extLst>
                <a:ext uri="{FF2B5EF4-FFF2-40B4-BE49-F238E27FC236}">
                  <a16:creationId xmlns:a16="http://schemas.microsoft.com/office/drawing/2014/main" id="{5BF81E75-46C6-23EC-D001-58D65AC43603}"/>
                </a:ext>
              </a:extLst>
            </p:cNvPr>
            <p:cNvSpPr/>
            <p:nvPr/>
          </p:nvSpPr>
          <p:spPr>
            <a:xfrm>
              <a:off x="1583023" y="2630872"/>
              <a:ext cx="63602" cy="63339"/>
            </a:xfrm>
            <a:custGeom>
              <a:avLst/>
              <a:gdLst/>
              <a:ahLst/>
              <a:cxnLst/>
              <a:rect l="l" t="t" r="r" b="b"/>
              <a:pathLst>
                <a:path w="2422" h="2412" extrusionOk="0">
                  <a:moveTo>
                    <a:pt x="1206" y="0"/>
                  </a:moveTo>
                  <a:cubicBezTo>
                    <a:pt x="546" y="0"/>
                    <a:pt x="0" y="536"/>
                    <a:pt x="0" y="1206"/>
                  </a:cubicBezTo>
                  <a:cubicBezTo>
                    <a:pt x="0" y="1866"/>
                    <a:pt x="546" y="2412"/>
                    <a:pt x="1206" y="2412"/>
                  </a:cubicBezTo>
                  <a:cubicBezTo>
                    <a:pt x="1876" y="2412"/>
                    <a:pt x="2421" y="1866"/>
                    <a:pt x="2421" y="1206"/>
                  </a:cubicBezTo>
                  <a:cubicBezTo>
                    <a:pt x="2421" y="536"/>
                    <a:pt x="1876" y="0"/>
                    <a:pt x="1206" y="0"/>
                  </a:cubicBezTo>
                  <a:close/>
                </a:path>
              </a:pathLst>
            </a:custGeom>
            <a:solidFill>
              <a:srgbClr val="C2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435;p93">
              <a:extLst>
                <a:ext uri="{FF2B5EF4-FFF2-40B4-BE49-F238E27FC236}">
                  <a16:creationId xmlns:a16="http://schemas.microsoft.com/office/drawing/2014/main" id="{AEAA3EFF-DB5C-F262-91C8-6748E89E53B4}"/>
                </a:ext>
              </a:extLst>
            </p:cNvPr>
            <p:cNvSpPr/>
            <p:nvPr/>
          </p:nvSpPr>
          <p:spPr>
            <a:xfrm>
              <a:off x="1595076" y="2630872"/>
              <a:ext cx="56827" cy="63287"/>
            </a:xfrm>
            <a:custGeom>
              <a:avLst/>
              <a:gdLst/>
              <a:ahLst/>
              <a:cxnLst/>
              <a:rect l="l" t="t" r="r" b="b"/>
              <a:pathLst>
                <a:path w="2164" h="2410" extrusionOk="0">
                  <a:moveTo>
                    <a:pt x="757" y="0"/>
                  </a:moveTo>
                  <a:cubicBezTo>
                    <a:pt x="479" y="0"/>
                    <a:pt x="211" y="96"/>
                    <a:pt x="1" y="268"/>
                  </a:cubicBezTo>
                  <a:cubicBezTo>
                    <a:pt x="603" y="747"/>
                    <a:pt x="603" y="1665"/>
                    <a:pt x="1" y="2153"/>
                  </a:cubicBezTo>
                  <a:cubicBezTo>
                    <a:pt x="224" y="2328"/>
                    <a:pt x="485" y="2410"/>
                    <a:pt x="741" y="2410"/>
                  </a:cubicBezTo>
                  <a:cubicBezTo>
                    <a:pt x="1229" y="2410"/>
                    <a:pt x="1704" y="2113"/>
                    <a:pt x="1886" y="1598"/>
                  </a:cubicBezTo>
                  <a:cubicBezTo>
                    <a:pt x="2163" y="823"/>
                    <a:pt x="1580" y="0"/>
                    <a:pt x="757" y="0"/>
                  </a:cubicBezTo>
                  <a:close/>
                </a:path>
              </a:pathLst>
            </a:custGeom>
            <a:solidFill>
              <a:srgbClr val="B0C0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436;p93">
              <a:extLst>
                <a:ext uri="{FF2B5EF4-FFF2-40B4-BE49-F238E27FC236}">
                  <a16:creationId xmlns:a16="http://schemas.microsoft.com/office/drawing/2014/main" id="{DA4DBEC1-8E38-C6D1-B6E4-855D5D0A7A7A}"/>
                </a:ext>
              </a:extLst>
            </p:cNvPr>
            <p:cNvSpPr/>
            <p:nvPr/>
          </p:nvSpPr>
          <p:spPr>
            <a:xfrm>
              <a:off x="1370054" y="2536074"/>
              <a:ext cx="253304" cy="12158"/>
            </a:xfrm>
            <a:custGeom>
              <a:avLst/>
              <a:gdLst/>
              <a:ahLst/>
              <a:cxnLst/>
              <a:rect l="l" t="t" r="r" b="b"/>
              <a:pathLst>
                <a:path w="9646" h="463" extrusionOk="0">
                  <a:moveTo>
                    <a:pt x="303" y="1"/>
                  </a:moveTo>
                  <a:cubicBezTo>
                    <a:pt x="1" y="1"/>
                    <a:pt x="4" y="462"/>
                    <a:pt x="311" y="462"/>
                  </a:cubicBezTo>
                  <a:cubicBezTo>
                    <a:pt x="317" y="462"/>
                    <a:pt x="323" y="462"/>
                    <a:pt x="329" y="462"/>
                  </a:cubicBezTo>
                  <a:lnTo>
                    <a:pt x="9326" y="462"/>
                  </a:lnTo>
                  <a:cubicBezTo>
                    <a:pt x="9332" y="462"/>
                    <a:pt x="9338" y="462"/>
                    <a:pt x="9343" y="462"/>
                  </a:cubicBezTo>
                  <a:cubicBezTo>
                    <a:pt x="9642" y="462"/>
                    <a:pt x="9645" y="1"/>
                    <a:pt x="9352" y="1"/>
                  </a:cubicBezTo>
                  <a:cubicBezTo>
                    <a:pt x="9343" y="1"/>
                    <a:pt x="9335" y="1"/>
                    <a:pt x="9326" y="2"/>
                  </a:cubicBezTo>
                  <a:lnTo>
                    <a:pt x="329" y="2"/>
                  </a:lnTo>
                  <a:cubicBezTo>
                    <a:pt x="320" y="1"/>
                    <a:pt x="311" y="1"/>
                    <a:pt x="303" y="1"/>
                  </a:cubicBezTo>
                  <a:close/>
                </a:path>
              </a:pathLst>
            </a:custGeom>
            <a:solidFill>
              <a:srgbClr val="92A1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437;p93">
              <a:extLst>
                <a:ext uri="{FF2B5EF4-FFF2-40B4-BE49-F238E27FC236}">
                  <a16:creationId xmlns:a16="http://schemas.microsoft.com/office/drawing/2014/main" id="{365390BF-D8D9-5DF1-C372-95BEF1269881}"/>
                </a:ext>
              </a:extLst>
            </p:cNvPr>
            <p:cNvSpPr/>
            <p:nvPr/>
          </p:nvSpPr>
          <p:spPr>
            <a:xfrm>
              <a:off x="1370054" y="2503170"/>
              <a:ext cx="253304" cy="12132"/>
            </a:xfrm>
            <a:custGeom>
              <a:avLst/>
              <a:gdLst/>
              <a:ahLst/>
              <a:cxnLst/>
              <a:rect l="l" t="t" r="r" b="b"/>
              <a:pathLst>
                <a:path w="9646" h="462" extrusionOk="0">
                  <a:moveTo>
                    <a:pt x="303" y="0"/>
                  </a:moveTo>
                  <a:cubicBezTo>
                    <a:pt x="1" y="0"/>
                    <a:pt x="4" y="461"/>
                    <a:pt x="311" y="461"/>
                  </a:cubicBezTo>
                  <a:cubicBezTo>
                    <a:pt x="317" y="461"/>
                    <a:pt x="323" y="461"/>
                    <a:pt x="329" y="461"/>
                  </a:cubicBezTo>
                  <a:lnTo>
                    <a:pt x="9326" y="461"/>
                  </a:lnTo>
                  <a:cubicBezTo>
                    <a:pt x="9332" y="461"/>
                    <a:pt x="9338" y="461"/>
                    <a:pt x="9343" y="461"/>
                  </a:cubicBezTo>
                  <a:cubicBezTo>
                    <a:pt x="9642" y="461"/>
                    <a:pt x="9645" y="0"/>
                    <a:pt x="9352" y="0"/>
                  </a:cubicBezTo>
                  <a:cubicBezTo>
                    <a:pt x="9343" y="0"/>
                    <a:pt x="9335" y="1"/>
                    <a:pt x="9326" y="1"/>
                  </a:cubicBezTo>
                  <a:lnTo>
                    <a:pt x="329" y="1"/>
                  </a:lnTo>
                  <a:cubicBezTo>
                    <a:pt x="320" y="1"/>
                    <a:pt x="311" y="0"/>
                    <a:pt x="303" y="0"/>
                  </a:cubicBezTo>
                  <a:close/>
                </a:path>
              </a:pathLst>
            </a:custGeom>
            <a:solidFill>
              <a:srgbClr val="92A1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438;p93">
              <a:extLst>
                <a:ext uri="{FF2B5EF4-FFF2-40B4-BE49-F238E27FC236}">
                  <a16:creationId xmlns:a16="http://schemas.microsoft.com/office/drawing/2014/main" id="{0F301F1D-DB45-3C0D-45C8-AC8D1521AD2A}"/>
                </a:ext>
              </a:extLst>
            </p:cNvPr>
            <p:cNvSpPr/>
            <p:nvPr/>
          </p:nvSpPr>
          <p:spPr>
            <a:xfrm>
              <a:off x="1370133" y="2569266"/>
              <a:ext cx="253146" cy="12132"/>
            </a:xfrm>
            <a:custGeom>
              <a:avLst/>
              <a:gdLst/>
              <a:ahLst/>
              <a:cxnLst/>
              <a:rect l="l" t="t" r="r" b="b"/>
              <a:pathLst>
                <a:path w="9640" h="462" extrusionOk="0">
                  <a:moveTo>
                    <a:pt x="300" y="0"/>
                  </a:moveTo>
                  <a:cubicBezTo>
                    <a:pt x="0" y="0"/>
                    <a:pt x="0" y="462"/>
                    <a:pt x="300" y="462"/>
                  </a:cubicBezTo>
                  <a:cubicBezTo>
                    <a:pt x="309" y="462"/>
                    <a:pt x="317" y="462"/>
                    <a:pt x="326" y="461"/>
                  </a:cubicBezTo>
                  <a:lnTo>
                    <a:pt x="9323" y="461"/>
                  </a:lnTo>
                  <a:cubicBezTo>
                    <a:pt x="9331" y="462"/>
                    <a:pt x="9340" y="462"/>
                    <a:pt x="9348" y="462"/>
                  </a:cubicBezTo>
                  <a:cubicBezTo>
                    <a:pt x="9639" y="462"/>
                    <a:pt x="9639" y="0"/>
                    <a:pt x="9348" y="0"/>
                  </a:cubicBezTo>
                  <a:cubicBezTo>
                    <a:pt x="9340" y="0"/>
                    <a:pt x="9331" y="1"/>
                    <a:pt x="9323" y="1"/>
                  </a:cubicBezTo>
                  <a:lnTo>
                    <a:pt x="326" y="1"/>
                  </a:lnTo>
                  <a:cubicBezTo>
                    <a:pt x="317" y="1"/>
                    <a:pt x="309" y="0"/>
                    <a:pt x="300" y="0"/>
                  </a:cubicBezTo>
                  <a:close/>
                </a:path>
              </a:pathLst>
            </a:custGeom>
            <a:solidFill>
              <a:srgbClr val="92A1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439;p93">
              <a:extLst>
                <a:ext uri="{FF2B5EF4-FFF2-40B4-BE49-F238E27FC236}">
                  <a16:creationId xmlns:a16="http://schemas.microsoft.com/office/drawing/2014/main" id="{9F296515-2668-9026-545B-95456A6980E7}"/>
                </a:ext>
              </a:extLst>
            </p:cNvPr>
            <p:cNvSpPr/>
            <p:nvPr/>
          </p:nvSpPr>
          <p:spPr>
            <a:xfrm>
              <a:off x="1447521" y="2612228"/>
              <a:ext cx="98344" cy="12158"/>
            </a:xfrm>
            <a:custGeom>
              <a:avLst/>
              <a:gdLst/>
              <a:ahLst/>
              <a:cxnLst/>
              <a:rect l="l" t="t" r="r" b="b"/>
              <a:pathLst>
                <a:path w="3745" h="463" extrusionOk="0">
                  <a:moveTo>
                    <a:pt x="301" y="1"/>
                  </a:moveTo>
                  <a:cubicBezTo>
                    <a:pt x="1" y="1"/>
                    <a:pt x="1" y="462"/>
                    <a:pt x="301" y="462"/>
                  </a:cubicBezTo>
                  <a:cubicBezTo>
                    <a:pt x="309" y="462"/>
                    <a:pt x="318" y="462"/>
                    <a:pt x="327" y="461"/>
                  </a:cubicBezTo>
                  <a:lnTo>
                    <a:pt x="3418" y="461"/>
                  </a:lnTo>
                  <a:cubicBezTo>
                    <a:pt x="3427" y="462"/>
                    <a:pt x="3436" y="462"/>
                    <a:pt x="3445" y="462"/>
                  </a:cubicBezTo>
                  <a:cubicBezTo>
                    <a:pt x="3744" y="462"/>
                    <a:pt x="3744" y="1"/>
                    <a:pt x="3445" y="1"/>
                  </a:cubicBezTo>
                  <a:cubicBezTo>
                    <a:pt x="3436" y="1"/>
                    <a:pt x="3427" y="1"/>
                    <a:pt x="3418" y="2"/>
                  </a:cubicBezTo>
                  <a:lnTo>
                    <a:pt x="327" y="2"/>
                  </a:lnTo>
                  <a:cubicBezTo>
                    <a:pt x="318" y="1"/>
                    <a:pt x="309" y="1"/>
                    <a:pt x="301" y="1"/>
                  </a:cubicBezTo>
                  <a:close/>
                </a:path>
              </a:pathLst>
            </a:custGeom>
            <a:solidFill>
              <a:srgbClr val="92A1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Rettangolo con angoli arrotondati 155">
            <a:extLst>
              <a:ext uri="{FF2B5EF4-FFF2-40B4-BE49-F238E27FC236}">
                <a16:creationId xmlns:a16="http://schemas.microsoft.com/office/drawing/2014/main" id="{3E94CA51-69B1-613F-8429-D2B6BDD024E4}"/>
              </a:ext>
            </a:extLst>
          </p:cNvPr>
          <p:cNvSpPr/>
          <p:nvPr/>
        </p:nvSpPr>
        <p:spPr>
          <a:xfrm>
            <a:off x="9225794" y="2853355"/>
            <a:ext cx="3351358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7" name="Google Shape;139;p3">
            <a:extLst>
              <a:ext uri="{FF2B5EF4-FFF2-40B4-BE49-F238E27FC236}">
                <a16:creationId xmlns:a16="http://schemas.microsoft.com/office/drawing/2014/main" id="{7EC3718D-7EB4-B7C9-DE5D-569E72D5B431}"/>
              </a:ext>
            </a:extLst>
          </p:cNvPr>
          <p:cNvSpPr txBox="1"/>
          <p:nvPr/>
        </p:nvSpPr>
        <p:spPr>
          <a:xfrm>
            <a:off x="9370870" y="4475225"/>
            <a:ext cx="3165600" cy="60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Mutation</a:t>
            </a: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testing</a:t>
            </a:r>
          </a:p>
        </p:txBody>
      </p:sp>
      <p:sp>
        <p:nvSpPr>
          <p:cNvPr id="158" name="Google Shape;139;p3">
            <a:extLst>
              <a:ext uri="{FF2B5EF4-FFF2-40B4-BE49-F238E27FC236}">
                <a16:creationId xmlns:a16="http://schemas.microsoft.com/office/drawing/2014/main" id="{B058261A-3776-7DE4-5409-6BB3608C45E0}"/>
              </a:ext>
            </a:extLst>
          </p:cNvPr>
          <p:cNvSpPr txBox="1"/>
          <p:nvPr/>
        </p:nvSpPr>
        <p:spPr>
          <a:xfrm>
            <a:off x="9337650" y="5082281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100%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159" name="Google Shape;139;p3">
            <a:extLst>
              <a:ext uri="{FF2B5EF4-FFF2-40B4-BE49-F238E27FC236}">
                <a16:creationId xmlns:a16="http://schemas.microsoft.com/office/drawing/2014/main" id="{F0A7F26A-42BE-26BD-BCD2-8E9E9E87956D}"/>
              </a:ext>
            </a:extLst>
          </p:cNvPr>
          <p:cNvSpPr txBox="1"/>
          <p:nvPr/>
        </p:nvSpPr>
        <p:spPr>
          <a:xfrm>
            <a:off x="9317444" y="5883563"/>
            <a:ext cx="3165600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/>
              <a:t>Zero </a:t>
            </a:r>
            <a:r>
              <a:rPr lang="it-IT" dirty="0" err="1"/>
              <a:t>surviving</a:t>
            </a:r>
            <a:r>
              <a:rPr lang="it-IT" dirty="0"/>
              <a:t> </a:t>
            </a:r>
            <a:r>
              <a:rPr lang="it-IT" dirty="0" err="1"/>
              <a:t>mutants</a:t>
            </a:r>
            <a:r>
              <a:rPr lang="it-IT" dirty="0"/>
              <a:t> with </a:t>
            </a:r>
            <a:r>
              <a:rPr lang="it-IT" b="1" dirty="0" err="1"/>
              <a:t>PITest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robust</a:t>
            </a:r>
            <a:r>
              <a:rPr lang="it-IT" dirty="0"/>
              <a:t> test suite </a:t>
            </a:r>
            <a:r>
              <a:rPr lang="it-IT" dirty="0" err="1"/>
              <a:t>against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faults.</a:t>
            </a:r>
            <a:endParaRPr lang="it-IT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grpSp>
        <p:nvGrpSpPr>
          <p:cNvPr id="177" name="Google Shape;6037;p91">
            <a:extLst>
              <a:ext uri="{FF2B5EF4-FFF2-40B4-BE49-F238E27FC236}">
                <a16:creationId xmlns:a16="http://schemas.microsoft.com/office/drawing/2014/main" id="{7E907E0F-72D8-DAF0-0047-10B1E19A07FE}"/>
              </a:ext>
            </a:extLst>
          </p:cNvPr>
          <p:cNvGrpSpPr/>
          <p:nvPr/>
        </p:nvGrpSpPr>
        <p:grpSpPr>
          <a:xfrm>
            <a:off x="10307983" y="3296575"/>
            <a:ext cx="1291374" cy="731153"/>
            <a:chOff x="7947595" y="2347996"/>
            <a:chExt cx="379795" cy="267165"/>
          </a:xfrm>
        </p:grpSpPr>
        <p:sp>
          <p:nvSpPr>
            <p:cNvPr id="178" name="Google Shape;6038;p91">
              <a:extLst>
                <a:ext uri="{FF2B5EF4-FFF2-40B4-BE49-F238E27FC236}">
                  <a16:creationId xmlns:a16="http://schemas.microsoft.com/office/drawing/2014/main" id="{DC0D1672-1167-CED2-1F91-74A4088BE1F4}"/>
                </a:ext>
              </a:extLst>
            </p:cNvPr>
            <p:cNvSpPr/>
            <p:nvPr/>
          </p:nvSpPr>
          <p:spPr>
            <a:xfrm>
              <a:off x="7947779" y="2386432"/>
              <a:ext cx="379611" cy="228728"/>
            </a:xfrm>
            <a:custGeom>
              <a:avLst/>
              <a:gdLst/>
              <a:ahLst/>
              <a:cxnLst/>
              <a:rect l="l" t="t" r="r" b="b"/>
              <a:pathLst>
                <a:path w="14449" h="8706" extrusionOk="0">
                  <a:moveTo>
                    <a:pt x="7221" y="1"/>
                  </a:moveTo>
                  <a:cubicBezTo>
                    <a:pt x="6361" y="1"/>
                    <a:pt x="5071" y="549"/>
                    <a:pt x="3392" y="1645"/>
                  </a:cubicBezTo>
                  <a:cubicBezTo>
                    <a:pt x="2303" y="2352"/>
                    <a:pt x="1263" y="3122"/>
                    <a:pt x="257" y="3941"/>
                  </a:cubicBezTo>
                  <a:cubicBezTo>
                    <a:pt x="0" y="4156"/>
                    <a:pt x="0" y="4551"/>
                    <a:pt x="257" y="4759"/>
                  </a:cubicBezTo>
                  <a:cubicBezTo>
                    <a:pt x="1263" y="5584"/>
                    <a:pt x="2303" y="6347"/>
                    <a:pt x="3392" y="7062"/>
                  </a:cubicBezTo>
                  <a:cubicBezTo>
                    <a:pt x="5071" y="8151"/>
                    <a:pt x="6361" y="8706"/>
                    <a:pt x="7221" y="8706"/>
                  </a:cubicBezTo>
                  <a:cubicBezTo>
                    <a:pt x="8081" y="8706"/>
                    <a:pt x="9371" y="8151"/>
                    <a:pt x="11057" y="7062"/>
                  </a:cubicBezTo>
                  <a:cubicBezTo>
                    <a:pt x="12139" y="6347"/>
                    <a:pt x="13186" y="5584"/>
                    <a:pt x="14192" y="4759"/>
                  </a:cubicBezTo>
                  <a:cubicBezTo>
                    <a:pt x="14449" y="4551"/>
                    <a:pt x="14449" y="4156"/>
                    <a:pt x="14192" y="3941"/>
                  </a:cubicBezTo>
                  <a:cubicBezTo>
                    <a:pt x="13186" y="3122"/>
                    <a:pt x="12139" y="2352"/>
                    <a:pt x="11057" y="1645"/>
                  </a:cubicBezTo>
                  <a:cubicBezTo>
                    <a:pt x="9371" y="549"/>
                    <a:pt x="8081" y="1"/>
                    <a:pt x="7221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6039;p91">
              <a:extLst>
                <a:ext uri="{FF2B5EF4-FFF2-40B4-BE49-F238E27FC236}">
                  <a16:creationId xmlns:a16="http://schemas.microsoft.com/office/drawing/2014/main" id="{B993B602-26FC-8D7F-903A-45BAE609898A}"/>
                </a:ext>
              </a:extLst>
            </p:cNvPr>
            <p:cNvSpPr/>
            <p:nvPr/>
          </p:nvSpPr>
          <p:spPr>
            <a:xfrm>
              <a:off x="7947595" y="2386432"/>
              <a:ext cx="208866" cy="228728"/>
            </a:xfrm>
            <a:custGeom>
              <a:avLst/>
              <a:gdLst/>
              <a:ahLst/>
              <a:cxnLst/>
              <a:rect l="l" t="t" r="r" b="b"/>
              <a:pathLst>
                <a:path w="7950" h="8706" extrusionOk="0">
                  <a:moveTo>
                    <a:pt x="7228" y="1"/>
                  </a:moveTo>
                  <a:cubicBezTo>
                    <a:pt x="6368" y="1"/>
                    <a:pt x="5078" y="549"/>
                    <a:pt x="3399" y="1645"/>
                  </a:cubicBezTo>
                  <a:cubicBezTo>
                    <a:pt x="2310" y="2352"/>
                    <a:pt x="1263" y="3122"/>
                    <a:pt x="264" y="3941"/>
                  </a:cubicBezTo>
                  <a:cubicBezTo>
                    <a:pt x="1" y="4156"/>
                    <a:pt x="1" y="4551"/>
                    <a:pt x="264" y="4759"/>
                  </a:cubicBezTo>
                  <a:cubicBezTo>
                    <a:pt x="1263" y="5584"/>
                    <a:pt x="2310" y="6347"/>
                    <a:pt x="3392" y="7062"/>
                  </a:cubicBezTo>
                  <a:cubicBezTo>
                    <a:pt x="5078" y="8151"/>
                    <a:pt x="6368" y="8706"/>
                    <a:pt x="7228" y="8706"/>
                  </a:cubicBezTo>
                  <a:cubicBezTo>
                    <a:pt x="7471" y="8699"/>
                    <a:pt x="7714" y="8664"/>
                    <a:pt x="7949" y="8602"/>
                  </a:cubicBezTo>
                  <a:cubicBezTo>
                    <a:pt x="7145" y="8394"/>
                    <a:pt x="6104" y="7880"/>
                    <a:pt x="4835" y="7062"/>
                  </a:cubicBezTo>
                  <a:cubicBezTo>
                    <a:pt x="3753" y="6347"/>
                    <a:pt x="2706" y="5584"/>
                    <a:pt x="1707" y="4759"/>
                  </a:cubicBezTo>
                  <a:cubicBezTo>
                    <a:pt x="1443" y="4551"/>
                    <a:pt x="1443" y="4156"/>
                    <a:pt x="1707" y="3941"/>
                  </a:cubicBezTo>
                  <a:cubicBezTo>
                    <a:pt x="2706" y="3122"/>
                    <a:pt x="3753" y="2352"/>
                    <a:pt x="4835" y="1645"/>
                  </a:cubicBezTo>
                  <a:cubicBezTo>
                    <a:pt x="6104" y="826"/>
                    <a:pt x="7145" y="306"/>
                    <a:pt x="7949" y="105"/>
                  </a:cubicBezTo>
                  <a:cubicBezTo>
                    <a:pt x="7714" y="35"/>
                    <a:pt x="7471" y="1"/>
                    <a:pt x="7228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6040;p91">
              <a:extLst>
                <a:ext uri="{FF2B5EF4-FFF2-40B4-BE49-F238E27FC236}">
                  <a16:creationId xmlns:a16="http://schemas.microsoft.com/office/drawing/2014/main" id="{18E29694-44D1-F842-CCBA-D88139A9F398}"/>
                </a:ext>
              </a:extLst>
            </p:cNvPr>
            <p:cNvSpPr/>
            <p:nvPr/>
          </p:nvSpPr>
          <p:spPr>
            <a:xfrm>
              <a:off x="8049269" y="2419063"/>
              <a:ext cx="170062" cy="163678"/>
            </a:xfrm>
            <a:custGeom>
              <a:avLst/>
              <a:gdLst/>
              <a:ahLst/>
              <a:cxnLst/>
              <a:rect l="l" t="t" r="r" b="b"/>
              <a:pathLst>
                <a:path w="6473" h="6230" extrusionOk="0">
                  <a:moveTo>
                    <a:pt x="3359" y="1"/>
                  </a:moveTo>
                  <a:cubicBezTo>
                    <a:pt x="2549" y="1"/>
                    <a:pt x="1753" y="315"/>
                    <a:pt x="1159" y="909"/>
                  </a:cubicBezTo>
                  <a:cubicBezTo>
                    <a:pt x="271" y="1804"/>
                    <a:pt x="1" y="3142"/>
                    <a:pt x="486" y="4301"/>
                  </a:cubicBezTo>
                  <a:cubicBezTo>
                    <a:pt x="965" y="5466"/>
                    <a:pt x="2103" y="6229"/>
                    <a:pt x="3358" y="6229"/>
                  </a:cubicBezTo>
                  <a:cubicBezTo>
                    <a:pt x="5078" y="6222"/>
                    <a:pt x="6472" y="4828"/>
                    <a:pt x="6472" y="3115"/>
                  </a:cubicBezTo>
                  <a:cubicBezTo>
                    <a:pt x="6472" y="1852"/>
                    <a:pt x="5716" y="722"/>
                    <a:pt x="4551" y="236"/>
                  </a:cubicBezTo>
                  <a:cubicBezTo>
                    <a:pt x="4165" y="78"/>
                    <a:pt x="3760" y="1"/>
                    <a:pt x="3359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6041;p91">
              <a:extLst>
                <a:ext uri="{FF2B5EF4-FFF2-40B4-BE49-F238E27FC236}">
                  <a16:creationId xmlns:a16="http://schemas.microsoft.com/office/drawing/2014/main" id="{55A5AC9D-93FF-52AB-2810-4F9D26782801}"/>
                </a:ext>
              </a:extLst>
            </p:cNvPr>
            <p:cNvSpPr/>
            <p:nvPr/>
          </p:nvSpPr>
          <p:spPr>
            <a:xfrm>
              <a:off x="8055837" y="2418984"/>
              <a:ext cx="97340" cy="163599"/>
            </a:xfrm>
            <a:custGeom>
              <a:avLst/>
              <a:gdLst/>
              <a:ahLst/>
              <a:cxnLst/>
              <a:rect l="l" t="t" r="r" b="b"/>
              <a:pathLst>
                <a:path w="3705" h="6227" extrusionOk="0">
                  <a:moveTo>
                    <a:pt x="3102" y="0"/>
                  </a:moveTo>
                  <a:cubicBezTo>
                    <a:pt x="1427" y="0"/>
                    <a:pt x="1" y="1361"/>
                    <a:pt x="1" y="3111"/>
                  </a:cubicBezTo>
                  <a:cubicBezTo>
                    <a:pt x="1" y="4863"/>
                    <a:pt x="1432" y="6226"/>
                    <a:pt x="3112" y="6226"/>
                  </a:cubicBezTo>
                  <a:cubicBezTo>
                    <a:pt x="3307" y="6226"/>
                    <a:pt x="3505" y="6208"/>
                    <a:pt x="3705" y="6170"/>
                  </a:cubicBezTo>
                  <a:cubicBezTo>
                    <a:pt x="2241" y="5885"/>
                    <a:pt x="1187" y="4602"/>
                    <a:pt x="1180" y="3111"/>
                  </a:cubicBezTo>
                  <a:cubicBezTo>
                    <a:pt x="1187" y="1619"/>
                    <a:pt x="2241" y="343"/>
                    <a:pt x="3705" y="59"/>
                  </a:cubicBezTo>
                  <a:cubicBezTo>
                    <a:pt x="3502" y="19"/>
                    <a:pt x="3300" y="0"/>
                    <a:pt x="3102" y="0"/>
                  </a:cubicBezTo>
                  <a:close/>
                </a:path>
              </a:pathLst>
            </a:custGeom>
            <a:solidFill>
              <a:srgbClr val="5068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6042;p91">
              <a:extLst>
                <a:ext uri="{FF2B5EF4-FFF2-40B4-BE49-F238E27FC236}">
                  <a16:creationId xmlns:a16="http://schemas.microsoft.com/office/drawing/2014/main" id="{BFB60259-A7FD-516F-D75E-1BC4EB58E6C9}"/>
                </a:ext>
              </a:extLst>
            </p:cNvPr>
            <p:cNvSpPr/>
            <p:nvPr/>
          </p:nvSpPr>
          <p:spPr>
            <a:xfrm>
              <a:off x="8082451" y="2459444"/>
              <a:ext cx="96420" cy="82653"/>
            </a:xfrm>
            <a:custGeom>
              <a:avLst/>
              <a:gdLst/>
              <a:ahLst/>
              <a:cxnLst/>
              <a:rect l="l" t="t" r="r" b="b"/>
              <a:pathLst>
                <a:path w="3670" h="3146" extrusionOk="0">
                  <a:moveTo>
                    <a:pt x="2084" y="1"/>
                  </a:moveTo>
                  <a:cubicBezTo>
                    <a:pt x="1699" y="1"/>
                    <a:pt x="1305" y="143"/>
                    <a:pt x="985" y="461"/>
                  </a:cubicBezTo>
                  <a:cubicBezTo>
                    <a:pt x="0" y="1453"/>
                    <a:pt x="701" y="3145"/>
                    <a:pt x="2095" y="3145"/>
                  </a:cubicBezTo>
                  <a:cubicBezTo>
                    <a:pt x="2962" y="3138"/>
                    <a:pt x="3663" y="2438"/>
                    <a:pt x="3670" y="1571"/>
                  </a:cubicBezTo>
                  <a:cubicBezTo>
                    <a:pt x="3670" y="627"/>
                    <a:pt x="2894" y="1"/>
                    <a:pt x="2084" y="1"/>
                  </a:cubicBezTo>
                  <a:close/>
                </a:path>
              </a:pathLst>
            </a:custGeom>
            <a:solidFill>
              <a:srgbClr val="455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6043;p91">
              <a:extLst>
                <a:ext uri="{FF2B5EF4-FFF2-40B4-BE49-F238E27FC236}">
                  <a16:creationId xmlns:a16="http://schemas.microsoft.com/office/drawing/2014/main" id="{2B310B2E-8B31-78DA-677D-713F54D16EAE}"/>
                </a:ext>
              </a:extLst>
            </p:cNvPr>
            <p:cNvSpPr/>
            <p:nvPr/>
          </p:nvSpPr>
          <p:spPr>
            <a:xfrm>
              <a:off x="8096113" y="2459496"/>
              <a:ext cx="57432" cy="82601"/>
            </a:xfrm>
            <a:custGeom>
              <a:avLst/>
              <a:gdLst/>
              <a:ahLst/>
              <a:cxnLst/>
              <a:rect l="l" t="t" r="r" b="b"/>
              <a:pathLst>
                <a:path w="2186" h="3144" extrusionOk="0">
                  <a:moveTo>
                    <a:pt x="1572" y="0"/>
                  </a:moveTo>
                  <a:cubicBezTo>
                    <a:pt x="744" y="0"/>
                    <a:pt x="1" y="666"/>
                    <a:pt x="1" y="1569"/>
                  </a:cubicBezTo>
                  <a:cubicBezTo>
                    <a:pt x="1" y="2473"/>
                    <a:pt x="746" y="3143"/>
                    <a:pt x="1575" y="3143"/>
                  </a:cubicBezTo>
                  <a:cubicBezTo>
                    <a:pt x="1777" y="3143"/>
                    <a:pt x="1983" y="3104"/>
                    <a:pt x="2185" y="3018"/>
                  </a:cubicBezTo>
                  <a:cubicBezTo>
                    <a:pt x="1610" y="2769"/>
                    <a:pt x="1235" y="2200"/>
                    <a:pt x="1235" y="1569"/>
                  </a:cubicBezTo>
                  <a:cubicBezTo>
                    <a:pt x="1235" y="938"/>
                    <a:pt x="1610" y="369"/>
                    <a:pt x="2185" y="126"/>
                  </a:cubicBezTo>
                  <a:cubicBezTo>
                    <a:pt x="1982" y="40"/>
                    <a:pt x="1775" y="0"/>
                    <a:pt x="1572" y="0"/>
                  </a:cubicBezTo>
                  <a:close/>
                </a:path>
              </a:pathLst>
            </a:custGeom>
            <a:solidFill>
              <a:srgbClr val="465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6044;p91">
              <a:extLst>
                <a:ext uri="{FF2B5EF4-FFF2-40B4-BE49-F238E27FC236}">
                  <a16:creationId xmlns:a16="http://schemas.microsoft.com/office/drawing/2014/main" id="{5DFB29B1-04FA-7CE6-D832-839CEAA83DF8}"/>
                </a:ext>
              </a:extLst>
            </p:cNvPr>
            <p:cNvSpPr/>
            <p:nvPr/>
          </p:nvSpPr>
          <p:spPr>
            <a:xfrm>
              <a:off x="8254563" y="2401513"/>
              <a:ext cx="38174" cy="26325"/>
            </a:xfrm>
            <a:custGeom>
              <a:avLst/>
              <a:gdLst/>
              <a:ahLst/>
              <a:cxnLst/>
              <a:rect l="l" t="t" r="r" b="b"/>
              <a:pathLst>
                <a:path w="1453" h="1002" extrusionOk="0">
                  <a:moveTo>
                    <a:pt x="343" y="1"/>
                  </a:moveTo>
                  <a:cubicBezTo>
                    <a:pt x="142" y="1"/>
                    <a:pt x="1" y="290"/>
                    <a:pt x="212" y="433"/>
                  </a:cubicBezTo>
                  <a:lnTo>
                    <a:pt x="219" y="433"/>
                  </a:lnTo>
                  <a:cubicBezTo>
                    <a:pt x="469" y="599"/>
                    <a:pt x="725" y="772"/>
                    <a:pt x="989" y="960"/>
                  </a:cubicBezTo>
                  <a:cubicBezTo>
                    <a:pt x="1033" y="989"/>
                    <a:pt x="1078" y="1002"/>
                    <a:pt x="1119" y="1002"/>
                  </a:cubicBezTo>
                  <a:cubicBezTo>
                    <a:pt x="1314" y="1002"/>
                    <a:pt x="1452" y="727"/>
                    <a:pt x="1253" y="578"/>
                  </a:cubicBezTo>
                  <a:cubicBezTo>
                    <a:pt x="996" y="391"/>
                    <a:pt x="732" y="211"/>
                    <a:pt x="476" y="44"/>
                  </a:cubicBezTo>
                  <a:cubicBezTo>
                    <a:pt x="431" y="14"/>
                    <a:pt x="385" y="1"/>
                    <a:pt x="343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6045;p91">
              <a:extLst>
                <a:ext uri="{FF2B5EF4-FFF2-40B4-BE49-F238E27FC236}">
                  <a16:creationId xmlns:a16="http://schemas.microsoft.com/office/drawing/2014/main" id="{C1F6CBD6-8BDE-647A-A6AD-FABAAB67A2FE}"/>
                </a:ext>
              </a:extLst>
            </p:cNvPr>
            <p:cNvSpPr/>
            <p:nvPr/>
          </p:nvSpPr>
          <p:spPr>
            <a:xfrm>
              <a:off x="8013933" y="2347996"/>
              <a:ext cx="230331" cy="58693"/>
            </a:xfrm>
            <a:custGeom>
              <a:avLst/>
              <a:gdLst/>
              <a:ahLst/>
              <a:cxnLst/>
              <a:rect l="l" t="t" r="r" b="b"/>
              <a:pathLst>
                <a:path w="8767" h="2234" extrusionOk="0">
                  <a:moveTo>
                    <a:pt x="4710" y="0"/>
                  </a:moveTo>
                  <a:cubicBezTo>
                    <a:pt x="3566" y="0"/>
                    <a:pt x="2095" y="590"/>
                    <a:pt x="201" y="1804"/>
                  </a:cubicBezTo>
                  <a:cubicBezTo>
                    <a:pt x="0" y="1929"/>
                    <a:pt x="90" y="2227"/>
                    <a:pt x="326" y="2227"/>
                  </a:cubicBezTo>
                  <a:lnTo>
                    <a:pt x="319" y="2234"/>
                  </a:lnTo>
                  <a:cubicBezTo>
                    <a:pt x="368" y="2234"/>
                    <a:pt x="410" y="2220"/>
                    <a:pt x="444" y="2199"/>
                  </a:cubicBezTo>
                  <a:cubicBezTo>
                    <a:pt x="2268" y="1034"/>
                    <a:pt x="3656" y="472"/>
                    <a:pt x="4703" y="472"/>
                  </a:cubicBezTo>
                  <a:cubicBezTo>
                    <a:pt x="5626" y="472"/>
                    <a:pt x="6798" y="909"/>
                    <a:pt x="8303" y="1790"/>
                  </a:cubicBezTo>
                  <a:cubicBezTo>
                    <a:pt x="8346" y="1815"/>
                    <a:pt x="8389" y="1827"/>
                    <a:pt x="8428" y="1827"/>
                  </a:cubicBezTo>
                  <a:cubicBezTo>
                    <a:pt x="8636" y="1827"/>
                    <a:pt x="8767" y="1521"/>
                    <a:pt x="8546" y="1387"/>
                  </a:cubicBezTo>
                  <a:cubicBezTo>
                    <a:pt x="6964" y="458"/>
                    <a:pt x="5709" y="0"/>
                    <a:pt x="4710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6046;p91">
              <a:extLst>
                <a:ext uri="{FF2B5EF4-FFF2-40B4-BE49-F238E27FC236}">
                  <a16:creationId xmlns:a16="http://schemas.microsoft.com/office/drawing/2014/main" id="{60F36184-9F7C-FB66-5185-6F8B79A9906C}"/>
                </a:ext>
              </a:extLst>
            </p:cNvPr>
            <p:cNvSpPr/>
            <p:nvPr/>
          </p:nvSpPr>
          <p:spPr>
            <a:xfrm>
              <a:off x="8147686" y="2462097"/>
              <a:ext cx="33366" cy="28427"/>
            </a:xfrm>
            <a:custGeom>
              <a:avLst/>
              <a:gdLst/>
              <a:ahLst/>
              <a:cxnLst/>
              <a:rect l="l" t="t" r="r" b="b"/>
              <a:pathLst>
                <a:path w="1270" h="1082" extrusionOk="0">
                  <a:moveTo>
                    <a:pt x="546" y="0"/>
                  </a:moveTo>
                  <a:cubicBezTo>
                    <a:pt x="268" y="0"/>
                    <a:pt x="0" y="216"/>
                    <a:pt x="0" y="540"/>
                  </a:cubicBezTo>
                  <a:cubicBezTo>
                    <a:pt x="0" y="839"/>
                    <a:pt x="243" y="1081"/>
                    <a:pt x="541" y="1081"/>
                  </a:cubicBezTo>
                  <a:cubicBezTo>
                    <a:pt x="1027" y="1081"/>
                    <a:pt x="1270" y="499"/>
                    <a:pt x="923" y="159"/>
                  </a:cubicBezTo>
                  <a:cubicBezTo>
                    <a:pt x="813" y="49"/>
                    <a:pt x="678" y="0"/>
                    <a:pt x="546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94D861-E7E4-AF5B-DEAD-70C9FFA2E4C2}"/>
              </a:ext>
            </a:extLst>
          </p:cNvPr>
          <p:cNvSpPr txBox="1"/>
          <p:nvPr/>
        </p:nvSpPr>
        <p:spPr>
          <a:xfrm>
            <a:off x="1172286" y="1848956"/>
            <a:ext cx="6024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solidFill>
                  <a:srgbClr val="292F36"/>
                </a:solidFill>
              </a:rPr>
              <a:t>To </a:t>
            </a:r>
            <a:r>
              <a:rPr lang="it-IT" sz="2400" dirty="0" err="1">
                <a:solidFill>
                  <a:srgbClr val="292F36"/>
                </a:solidFill>
              </a:rPr>
              <a:t>ensure</a:t>
            </a:r>
            <a:r>
              <a:rPr lang="it-IT" sz="2400" dirty="0">
                <a:solidFill>
                  <a:srgbClr val="292F36"/>
                </a:solidFill>
              </a:rPr>
              <a:t> system </a:t>
            </a:r>
            <a:r>
              <a:rPr lang="it-IT" sz="2400" b="1" dirty="0" err="1">
                <a:solidFill>
                  <a:srgbClr val="292F36"/>
                </a:solidFill>
              </a:rPr>
              <a:t>correctness</a:t>
            </a:r>
            <a:r>
              <a:rPr lang="it-IT" sz="2400" dirty="0">
                <a:solidFill>
                  <a:srgbClr val="292F36"/>
                </a:solidFill>
              </a:rPr>
              <a:t> and </a:t>
            </a:r>
            <a:r>
              <a:rPr lang="it-IT" sz="2400" b="1" dirty="0" err="1">
                <a:solidFill>
                  <a:srgbClr val="292F36"/>
                </a:solidFill>
              </a:rPr>
              <a:t>stability</a:t>
            </a:r>
            <a:r>
              <a:rPr lang="it-IT" sz="2400" dirty="0">
                <a:solidFill>
                  <a:srgbClr val="292F36"/>
                </a:solidFill>
              </a:rPr>
              <a:t>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FA4C8E34-F07F-06B7-4F5D-6E0E778C2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37" y="1757594"/>
            <a:ext cx="547029" cy="547029"/>
          </a:xfrm>
          <a:prstGeom prst="rect">
            <a:avLst/>
          </a:prstGeom>
        </p:spPr>
      </p:pic>
      <p:pic>
        <p:nvPicPr>
          <p:cNvPr id="29" name="Immagine 28" descr="Immagine che contiene simbolo, Elementi grafici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83A5FF9-5BF9-FAFC-4A47-CDC5E6535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7398" y="89673"/>
            <a:ext cx="1135852" cy="113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12545145-F6AB-1757-F3DA-8F8C358E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C81BC0A6-8BE3-F37E-18D4-52E5D09865D6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88251BAD-B176-C1D1-AC0C-440D37DF8429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3829987E-CC2F-5813-D5DB-E1B39EC8CB9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F13ED741-3712-D951-FA52-7DE9273B4EE7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5F0F7E34-BB58-40B8-0872-B4E392459A44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7FFB1A5A-4ADA-39B4-29FB-F75011E940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066470C-FBD4-D90E-25E3-DBCEA0722F51}"/>
              </a:ext>
            </a:extLst>
          </p:cNvPr>
          <p:cNvSpPr/>
          <p:nvPr/>
        </p:nvSpPr>
        <p:spPr>
          <a:xfrm>
            <a:off x="579018" y="2946724"/>
            <a:ext cx="2661487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5" name="Google Shape;139;p3">
            <a:extLst>
              <a:ext uri="{FF2B5EF4-FFF2-40B4-BE49-F238E27FC236}">
                <a16:creationId xmlns:a16="http://schemas.microsoft.com/office/drawing/2014/main" id="{3DE6B952-DAF8-F8FF-4F8B-1A5728F0DDBE}"/>
              </a:ext>
            </a:extLst>
          </p:cNvPr>
          <p:cNvSpPr txBox="1"/>
          <p:nvPr/>
        </p:nvSpPr>
        <p:spPr>
          <a:xfrm>
            <a:off x="617107" y="4549364"/>
            <a:ext cx="2623398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0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Secret </a:t>
            </a:r>
            <a:r>
              <a:rPr lang="it-IT" sz="20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detection</a:t>
            </a:r>
            <a:endParaRPr sz="2000" b="1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Google Shape;139;p3">
            <a:extLst>
              <a:ext uri="{FF2B5EF4-FFF2-40B4-BE49-F238E27FC236}">
                <a16:creationId xmlns:a16="http://schemas.microsoft.com/office/drawing/2014/main" id="{075F2AC3-2A62-FB05-33D9-60F0F43F68D8}"/>
              </a:ext>
            </a:extLst>
          </p:cNvPr>
          <p:cNvSpPr txBox="1"/>
          <p:nvPr/>
        </p:nvSpPr>
        <p:spPr>
          <a:xfrm>
            <a:off x="596767" y="5108823"/>
            <a:ext cx="260821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8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GitGuardian</a:t>
            </a:r>
            <a:endParaRPr sz="11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32" name="Google Shape;139;p3">
            <a:extLst>
              <a:ext uri="{FF2B5EF4-FFF2-40B4-BE49-F238E27FC236}">
                <a16:creationId xmlns:a16="http://schemas.microsoft.com/office/drawing/2014/main" id="{F0F25823-F5EB-4E03-6B7D-1B0CE6F28532}"/>
              </a:ext>
            </a:extLst>
          </p:cNvPr>
          <p:cNvSpPr txBox="1"/>
          <p:nvPr/>
        </p:nvSpPr>
        <p:spPr>
          <a:xfrm>
            <a:off x="641852" y="5847453"/>
            <a:ext cx="2513967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Detects</a:t>
            </a:r>
            <a:r>
              <a:rPr lang="it-IT" dirty="0"/>
              <a:t> </a:t>
            </a:r>
            <a:r>
              <a:rPr lang="it-IT" dirty="0" err="1"/>
              <a:t>exposed</a:t>
            </a:r>
            <a:r>
              <a:rPr lang="it-IT" dirty="0"/>
              <a:t> </a:t>
            </a:r>
            <a:r>
              <a:rPr lang="it-IT" b="1" dirty="0"/>
              <a:t>secrets</a:t>
            </a:r>
            <a:r>
              <a:rPr lang="it-IT" dirty="0"/>
              <a:t> and </a:t>
            </a:r>
            <a:r>
              <a:rPr lang="it-IT" b="1" dirty="0" err="1"/>
              <a:t>credentials</a:t>
            </a:r>
            <a:r>
              <a:rPr lang="it-IT" dirty="0"/>
              <a:t> in the repository, </a:t>
            </a:r>
            <a:r>
              <a:rPr lang="it-IT" dirty="0" err="1"/>
              <a:t>preventing</a:t>
            </a:r>
            <a:r>
              <a:rPr lang="it-IT" dirty="0"/>
              <a:t> </a:t>
            </a:r>
            <a:r>
              <a:rPr lang="it-IT" dirty="0" err="1"/>
              <a:t>accidental</a:t>
            </a:r>
            <a:r>
              <a:rPr lang="it-IT" dirty="0"/>
              <a:t> .</a:t>
            </a:r>
            <a:endParaRPr sz="900" dirty="0"/>
          </a:p>
        </p:txBody>
      </p:sp>
      <p:sp>
        <p:nvSpPr>
          <p:cNvPr id="134" name="Rettangolo con angoli arrotondati 133">
            <a:extLst>
              <a:ext uri="{FF2B5EF4-FFF2-40B4-BE49-F238E27FC236}">
                <a16:creationId xmlns:a16="http://schemas.microsoft.com/office/drawing/2014/main" id="{1E7B6C7B-6E46-2936-003E-E66EEDB4DA2D}"/>
              </a:ext>
            </a:extLst>
          </p:cNvPr>
          <p:cNvSpPr/>
          <p:nvPr/>
        </p:nvSpPr>
        <p:spPr>
          <a:xfrm>
            <a:off x="3676972" y="2984207"/>
            <a:ext cx="2661487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5" name="Google Shape;139;p3">
            <a:extLst>
              <a:ext uri="{FF2B5EF4-FFF2-40B4-BE49-F238E27FC236}">
                <a16:creationId xmlns:a16="http://schemas.microsoft.com/office/drawing/2014/main" id="{A13E5457-7155-1DC4-57F5-79B2DE75C225}"/>
              </a:ext>
            </a:extLst>
          </p:cNvPr>
          <p:cNvSpPr txBox="1"/>
          <p:nvPr/>
        </p:nvSpPr>
        <p:spPr>
          <a:xfrm>
            <a:off x="3697282" y="4568594"/>
            <a:ext cx="2623398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0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Vulnerability</a:t>
            </a:r>
            <a:r>
              <a:rPr lang="it-IT" sz="20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it-IT" sz="20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scan</a:t>
            </a:r>
            <a:endParaRPr sz="2000" b="1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6" name="Google Shape;139;p3">
            <a:extLst>
              <a:ext uri="{FF2B5EF4-FFF2-40B4-BE49-F238E27FC236}">
                <a16:creationId xmlns:a16="http://schemas.microsoft.com/office/drawing/2014/main" id="{D9B67DF0-E095-049F-15D3-8CF7BC072733}"/>
              </a:ext>
            </a:extLst>
          </p:cNvPr>
          <p:cNvSpPr txBox="1"/>
          <p:nvPr/>
        </p:nvSpPr>
        <p:spPr>
          <a:xfrm>
            <a:off x="3694721" y="5146306"/>
            <a:ext cx="260821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8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Snyk</a:t>
            </a:r>
            <a:endParaRPr sz="2800" b="1" dirty="0">
              <a:solidFill>
                <a:srgbClr val="00A2FF"/>
              </a:solidFill>
              <a:latin typeface="American Typewriter" panose="02090604020004020304" pitchFamily="18" charset="77"/>
              <a:ea typeface="Helvetica Neue"/>
              <a:cs typeface="Helvetica Neue"/>
            </a:endParaRPr>
          </a:p>
        </p:txBody>
      </p:sp>
      <p:sp>
        <p:nvSpPr>
          <p:cNvPr id="137" name="Google Shape;139;p3">
            <a:extLst>
              <a:ext uri="{FF2B5EF4-FFF2-40B4-BE49-F238E27FC236}">
                <a16:creationId xmlns:a16="http://schemas.microsoft.com/office/drawing/2014/main" id="{B98638EC-3CC1-295A-03E9-C6CFD568AE8A}"/>
              </a:ext>
            </a:extLst>
          </p:cNvPr>
          <p:cNvSpPr txBox="1"/>
          <p:nvPr/>
        </p:nvSpPr>
        <p:spPr>
          <a:xfrm>
            <a:off x="3715059" y="5720340"/>
            <a:ext cx="2513967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Scans</a:t>
            </a:r>
            <a:r>
              <a:rPr lang="it-IT" dirty="0"/>
              <a:t> project </a:t>
            </a:r>
            <a:r>
              <a:rPr lang="it-IT" dirty="0" err="1"/>
              <a:t>dependencies</a:t>
            </a:r>
            <a:r>
              <a:rPr lang="it-IT" dirty="0"/>
              <a:t> and </a:t>
            </a:r>
            <a:r>
              <a:rPr lang="it-IT" dirty="0" err="1"/>
              <a:t>configurations</a:t>
            </a:r>
            <a:r>
              <a:rPr lang="it-IT" dirty="0"/>
              <a:t> to </a:t>
            </a:r>
            <a:r>
              <a:rPr lang="it-IT" dirty="0" err="1"/>
              <a:t>identify</a:t>
            </a:r>
            <a:r>
              <a:rPr lang="it-IT" dirty="0"/>
              <a:t> and fix </a:t>
            </a:r>
            <a:r>
              <a:rPr lang="it-IT" dirty="0" err="1"/>
              <a:t>known</a:t>
            </a:r>
            <a:r>
              <a:rPr lang="it-IT" dirty="0"/>
              <a:t> security </a:t>
            </a:r>
            <a:r>
              <a:rPr lang="it-IT" b="1" dirty="0" err="1"/>
              <a:t>vulnerabilities</a:t>
            </a:r>
            <a:r>
              <a:rPr lang="it-IT" dirty="0"/>
              <a:t>.</a:t>
            </a:r>
          </a:p>
        </p:txBody>
      </p:sp>
      <p:sp>
        <p:nvSpPr>
          <p:cNvPr id="138" name="Rettangolo con angoli arrotondati 137">
            <a:extLst>
              <a:ext uri="{FF2B5EF4-FFF2-40B4-BE49-F238E27FC236}">
                <a16:creationId xmlns:a16="http://schemas.microsoft.com/office/drawing/2014/main" id="{25705E6E-E82D-0A82-9E95-4A2F0CA8E6B1}"/>
              </a:ext>
            </a:extLst>
          </p:cNvPr>
          <p:cNvSpPr/>
          <p:nvPr/>
        </p:nvSpPr>
        <p:spPr>
          <a:xfrm>
            <a:off x="6774926" y="2946724"/>
            <a:ext cx="2661487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9" name="Google Shape;139;p3">
            <a:extLst>
              <a:ext uri="{FF2B5EF4-FFF2-40B4-BE49-F238E27FC236}">
                <a16:creationId xmlns:a16="http://schemas.microsoft.com/office/drawing/2014/main" id="{D9E3294B-23F7-5010-1236-C09C820B579F}"/>
              </a:ext>
            </a:extLst>
          </p:cNvPr>
          <p:cNvSpPr txBox="1"/>
          <p:nvPr/>
        </p:nvSpPr>
        <p:spPr>
          <a:xfrm>
            <a:off x="6813015" y="4549364"/>
            <a:ext cx="2623398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0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Code </a:t>
            </a:r>
            <a:r>
              <a:rPr lang="it-IT" sz="20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quality</a:t>
            </a:r>
            <a:endParaRPr sz="2000" b="1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2" name="Google Shape;139;p3">
            <a:extLst>
              <a:ext uri="{FF2B5EF4-FFF2-40B4-BE49-F238E27FC236}">
                <a16:creationId xmlns:a16="http://schemas.microsoft.com/office/drawing/2014/main" id="{2FC9CD30-A32B-00BD-EB7F-F07962075A99}"/>
              </a:ext>
            </a:extLst>
          </p:cNvPr>
          <p:cNvSpPr txBox="1"/>
          <p:nvPr/>
        </p:nvSpPr>
        <p:spPr>
          <a:xfrm>
            <a:off x="6792675" y="5108823"/>
            <a:ext cx="260821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8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SonarCloud</a:t>
            </a:r>
            <a:endParaRPr sz="2800" b="1" dirty="0">
              <a:solidFill>
                <a:srgbClr val="00A2FF"/>
              </a:solidFill>
              <a:latin typeface="American Typewriter" panose="02090604020004020304" pitchFamily="18" charset="77"/>
              <a:ea typeface="Helvetica Neue"/>
              <a:cs typeface="Helvetica Neue"/>
            </a:endParaRPr>
          </a:p>
        </p:txBody>
      </p:sp>
      <p:sp>
        <p:nvSpPr>
          <p:cNvPr id="143" name="Google Shape;139;p3">
            <a:extLst>
              <a:ext uri="{FF2B5EF4-FFF2-40B4-BE49-F238E27FC236}">
                <a16:creationId xmlns:a16="http://schemas.microsoft.com/office/drawing/2014/main" id="{5C36B6D8-61B5-FE81-EED1-9AFF76D3B9D9}"/>
              </a:ext>
            </a:extLst>
          </p:cNvPr>
          <p:cNvSpPr txBox="1"/>
          <p:nvPr/>
        </p:nvSpPr>
        <p:spPr>
          <a:xfrm>
            <a:off x="6822998" y="5722828"/>
            <a:ext cx="2513967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Performs</a:t>
            </a:r>
            <a:r>
              <a:rPr lang="it-IT" dirty="0"/>
              <a:t> </a:t>
            </a:r>
            <a:r>
              <a:rPr lang="it-IT" dirty="0" err="1"/>
              <a:t>static</a:t>
            </a:r>
            <a:r>
              <a:rPr lang="it-IT" dirty="0"/>
              <a:t> code </a:t>
            </a:r>
            <a:r>
              <a:rPr lang="it-IT" dirty="0" err="1"/>
              <a:t>analysis</a:t>
            </a:r>
            <a:r>
              <a:rPr lang="it-IT" dirty="0"/>
              <a:t> to </a:t>
            </a:r>
            <a:r>
              <a:rPr lang="it-IT" dirty="0" err="1"/>
              <a:t>detect</a:t>
            </a:r>
            <a:r>
              <a:rPr lang="it-IT" dirty="0"/>
              <a:t> bugs, code </a:t>
            </a:r>
            <a:r>
              <a:rPr lang="it-IT" dirty="0" err="1"/>
              <a:t>smells</a:t>
            </a:r>
            <a:r>
              <a:rPr lang="it-IT" dirty="0"/>
              <a:t>, and security hotspots, </a:t>
            </a:r>
            <a:r>
              <a:rPr lang="it-IT" dirty="0" err="1"/>
              <a:t>improving</a:t>
            </a:r>
            <a:r>
              <a:rPr lang="it-IT" dirty="0"/>
              <a:t> </a:t>
            </a:r>
            <a:r>
              <a:rPr lang="it-IT" b="1" dirty="0"/>
              <a:t>overall code </a:t>
            </a:r>
            <a:r>
              <a:rPr lang="it-IT" b="1" dirty="0" err="1"/>
              <a:t>quality</a:t>
            </a:r>
            <a:r>
              <a:rPr lang="it-IT" dirty="0"/>
              <a:t>.</a:t>
            </a:r>
            <a:endParaRPr dirty="0"/>
          </a:p>
        </p:txBody>
      </p:sp>
      <p:sp>
        <p:nvSpPr>
          <p:cNvPr id="144" name="Rettangolo con angoli arrotondati 143">
            <a:extLst>
              <a:ext uri="{FF2B5EF4-FFF2-40B4-BE49-F238E27FC236}">
                <a16:creationId xmlns:a16="http://schemas.microsoft.com/office/drawing/2014/main" id="{E80971F6-B657-3222-743F-7091069BFCEB}"/>
              </a:ext>
            </a:extLst>
          </p:cNvPr>
          <p:cNvSpPr/>
          <p:nvPr/>
        </p:nvSpPr>
        <p:spPr>
          <a:xfrm>
            <a:off x="9872880" y="2984207"/>
            <a:ext cx="2661487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5" name="Google Shape;139;p3">
            <a:extLst>
              <a:ext uri="{FF2B5EF4-FFF2-40B4-BE49-F238E27FC236}">
                <a16:creationId xmlns:a16="http://schemas.microsoft.com/office/drawing/2014/main" id="{A4F81561-C9D3-6950-81CD-22D8662C237A}"/>
              </a:ext>
            </a:extLst>
          </p:cNvPr>
          <p:cNvSpPr txBox="1"/>
          <p:nvPr/>
        </p:nvSpPr>
        <p:spPr>
          <a:xfrm>
            <a:off x="9880795" y="4473994"/>
            <a:ext cx="2623398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0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Dependency</a:t>
            </a:r>
            <a:r>
              <a:rPr lang="it-IT" sz="20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 updates</a:t>
            </a:r>
            <a:endParaRPr sz="2000" b="1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6" name="Google Shape;139;p3">
            <a:extLst>
              <a:ext uri="{FF2B5EF4-FFF2-40B4-BE49-F238E27FC236}">
                <a16:creationId xmlns:a16="http://schemas.microsoft.com/office/drawing/2014/main" id="{A2B23C69-BBD7-2C57-9B2E-A9C147C58DE3}"/>
              </a:ext>
            </a:extLst>
          </p:cNvPr>
          <p:cNvSpPr txBox="1"/>
          <p:nvPr/>
        </p:nvSpPr>
        <p:spPr>
          <a:xfrm>
            <a:off x="9890629" y="5146306"/>
            <a:ext cx="260821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8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DependaBot</a:t>
            </a:r>
            <a:endParaRPr sz="2800" b="1" dirty="0">
              <a:solidFill>
                <a:srgbClr val="00A2FF"/>
              </a:solidFill>
              <a:latin typeface="American Typewriter" panose="02090604020004020304" pitchFamily="18" charset="77"/>
              <a:ea typeface="Helvetica Neue"/>
              <a:cs typeface="Helvetica Neue"/>
            </a:endParaRPr>
          </a:p>
        </p:txBody>
      </p:sp>
      <p:sp>
        <p:nvSpPr>
          <p:cNvPr id="147" name="Google Shape;139;p3">
            <a:extLst>
              <a:ext uri="{FF2B5EF4-FFF2-40B4-BE49-F238E27FC236}">
                <a16:creationId xmlns:a16="http://schemas.microsoft.com/office/drawing/2014/main" id="{F07995E4-82E1-995A-41F3-29FF288A759A}"/>
              </a:ext>
            </a:extLst>
          </p:cNvPr>
          <p:cNvSpPr txBox="1"/>
          <p:nvPr/>
        </p:nvSpPr>
        <p:spPr>
          <a:xfrm>
            <a:off x="9911320" y="5735072"/>
            <a:ext cx="2513967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Automatically</a:t>
            </a:r>
            <a:r>
              <a:rPr lang="it-IT" dirty="0"/>
              <a:t> monitors and updates </a:t>
            </a:r>
            <a:r>
              <a:rPr lang="it-IT" dirty="0" err="1"/>
              <a:t>vulnerable</a:t>
            </a:r>
            <a:r>
              <a:rPr lang="it-IT" dirty="0"/>
              <a:t> or </a:t>
            </a:r>
            <a:r>
              <a:rPr lang="it-IT" dirty="0" err="1"/>
              <a:t>outdated</a:t>
            </a:r>
            <a:r>
              <a:rPr lang="it-IT" dirty="0"/>
              <a:t> </a:t>
            </a:r>
            <a:r>
              <a:rPr lang="it-IT" b="1" dirty="0" err="1"/>
              <a:t>dependencies</a:t>
            </a:r>
            <a:r>
              <a:rPr lang="it-IT" dirty="0"/>
              <a:t> to </a:t>
            </a:r>
            <a:r>
              <a:rPr lang="it-IT" dirty="0" err="1"/>
              <a:t>maintain</a:t>
            </a:r>
            <a:r>
              <a:rPr lang="it-IT" dirty="0"/>
              <a:t> a secure software supply chain.</a:t>
            </a:r>
            <a:endParaRPr sz="900" dirty="0"/>
          </a:p>
        </p:txBody>
      </p:sp>
      <p:pic>
        <p:nvPicPr>
          <p:cNvPr id="149" name="Immagine 148">
            <a:extLst>
              <a:ext uri="{FF2B5EF4-FFF2-40B4-BE49-F238E27FC236}">
                <a16:creationId xmlns:a16="http://schemas.microsoft.com/office/drawing/2014/main" id="{3C63FE0E-23C5-75B1-F4EE-425B5F60D4E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396743" y="3271713"/>
            <a:ext cx="1064126" cy="1064126"/>
          </a:xfrm>
          <a:prstGeom prst="rect">
            <a:avLst/>
          </a:prstGeom>
        </p:spPr>
      </p:pic>
      <p:pic>
        <p:nvPicPr>
          <p:cNvPr id="151" name="Immagine 150" descr="Immagine che contiene mammifero, clipart, cartone animato, arte&#10;&#10;Il contenuto generato dall'IA potrebbe non essere corretto.">
            <a:extLst>
              <a:ext uri="{FF2B5EF4-FFF2-40B4-BE49-F238E27FC236}">
                <a16:creationId xmlns:a16="http://schemas.microsoft.com/office/drawing/2014/main" id="{3629CC5C-1FF6-5AE7-8EB8-C5B32ED70905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4568584" y="3095271"/>
            <a:ext cx="806919" cy="1321118"/>
          </a:xfrm>
          <a:prstGeom prst="rect">
            <a:avLst/>
          </a:prstGeom>
        </p:spPr>
      </p:pic>
      <p:pic>
        <p:nvPicPr>
          <p:cNvPr id="153" name="Elemento grafico 152">
            <a:extLst>
              <a:ext uri="{FF2B5EF4-FFF2-40B4-BE49-F238E27FC236}">
                <a16:creationId xmlns:a16="http://schemas.microsoft.com/office/drawing/2014/main" id="{4A70C70C-5908-241F-3C77-B1C8B62216C0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3158" y="3261204"/>
            <a:ext cx="973680" cy="973680"/>
          </a:xfrm>
          <a:prstGeom prst="rect">
            <a:avLst/>
          </a:prstGeom>
        </p:spPr>
      </p:pic>
      <p:pic>
        <p:nvPicPr>
          <p:cNvPr id="155" name="Elemento grafico 154">
            <a:extLst>
              <a:ext uri="{FF2B5EF4-FFF2-40B4-BE49-F238E27FC236}">
                <a16:creationId xmlns:a16="http://schemas.microsoft.com/office/drawing/2014/main" id="{696F4D40-3D2D-83F7-079F-87FE9890D3FE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72374" y="3216795"/>
            <a:ext cx="1062498" cy="106249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9C81DC0-89AD-9AF7-6822-171A89BE9915}"/>
              </a:ext>
            </a:extLst>
          </p:cNvPr>
          <p:cNvSpPr txBox="1"/>
          <p:nvPr/>
        </p:nvSpPr>
        <p:spPr>
          <a:xfrm>
            <a:off x="1172286" y="1848956"/>
            <a:ext cx="6704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To </a:t>
            </a:r>
            <a:r>
              <a:rPr lang="it-IT" sz="2400" b="1" dirty="0" err="1"/>
              <a:t>detect</a:t>
            </a:r>
            <a:r>
              <a:rPr lang="it-IT" sz="2400" b="1" dirty="0"/>
              <a:t> </a:t>
            </a:r>
            <a:r>
              <a:rPr lang="it-IT" sz="2400" b="1" dirty="0" err="1"/>
              <a:t>vulnerabilities</a:t>
            </a:r>
            <a:r>
              <a:rPr lang="it-IT" sz="2400" b="1" dirty="0"/>
              <a:t> </a:t>
            </a:r>
            <a:r>
              <a:rPr lang="it-IT" sz="2400" dirty="0"/>
              <a:t>and </a:t>
            </a:r>
            <a:r>
              <a:rPr lang="it-IT" sz="2400" b="1" dirty="0" err="1"/>
              <a:t>dependency</a:t>
            </a:r>
            <a:r>
              <a:rPr lang="it-IT" sz="2400" b="1" dirty="0"/>
              <a:t> risks</a:t>
            </a:r>
            <a:r>
              <a:rPr lang="it-IT" sz="2400" dirty="0"/>
              <a:t>.</a:t>
            </a:r>
            <a:endParaRPr lang="it-IT" sz="2400" dirty="0">
              <a:solidFill>
                <a:srgbClr val="292F36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961D6F0-3915-A1D4-8040-F8E7202F20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37" y="1757594"/>
            <a:ext cx="547029" cy="547029"/>
          </a:xfrm>
          <a:prstGeom prst="rect">
            <a:avLst/>
          </a:prstGeom>
        </p:spPr>
      </p:pic>
      <p:pic>
        <p:nvPicPr>
          <p:cNvPr id="10" name="Immagine 9" descr="Immagine che contiene cerchio, schermata, Elementi grafici, Policromia&#10;&#10;Il contenuto generato dall'IA potrebbe non essere corretto.">
            <a:extLst>
              <a:ext uri="{FF2B5EF4-FFF2-40B4-BE49-F238E27FC236}">
                <a16:creationId xmlns:a16="http://schemas.microsoft.com/office/drawing/2014/main" id="{18964094-CC48-523B-64C4-44AB459C3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00628" y="165394"/>
            <a:ext cx="1020334" cy="10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98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A01C063C-F2C8-17CA-4FCF-996674DE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97CF159D-25DE-BECF-4EBA-37166B2E8367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8F22B1C2-0D34-B3E9-1D7C-E2E66FD2AEAE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Performance Reliability</a:t>
            </a: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BEC8A096-0C70-803C-E618-946AEF0B817B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2C42D9EC-275D-CD8A-B0FF-029A1400BDC9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2BE644B0-1485-5D09-2320-FB2D4FB0A604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C53F3D6B-88FC-27F3-AD99-37DE13CCC5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DBA0282-0A9D-3FD4-AC8E-FD5BD5FC303E}"/>
              </a:ext>
            </a:extLst>
          </p:cNvPr>
          <p:cNvSpPr/>
          <p:nvPr/>
        </p:nvSpPr>
        <p:spPr>
          <a:xfrm>
            <a:off x="1149685" y="3015707"/>
            <a:ext cx="4119613" cy="4731979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Google Shape;139;p3">
            <a:extLst>
              <a:ext uri="{FF2B5EF4-FFF2-40B4-BE49-F238E27FC236}">
                <a16:creationId xmlns:a16="http://schemas.microsoft.com/office/drawing/2014/main" id="{46EAD444-A53A-94BA-3BE0-F383B7524BB4}"/>
              </a:ext>
            </a:extLst>
          </p:cNvPr>
          <p:cNvSpPr txBox="1"/>
          <p:nvPr/>
        </p:nvSpPr>
        <p:spPr>
          <a:xfrm>
            <a:off x="1626691" y="4421484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Test </a:t>
            </a: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analytics</a:t>
            </a:r>
            <a:endParaRPr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139;p3">
            <a:extLst>
              <a:ext uri="{FF2B5EF4-FFF2-40B4-BE49-F238E27FC236}">
                <a16:creationId xmlns:a16="http://schemas.microsoft.com/office/drawing/2014/main" id="{FDC86B67-FA30-2188-7BD3-1AD1165B6426}"/>
              </a:ext>
            </a:extLst>
          </p:cNvPr>
          <p:cNvSpPr txBox="1"/>
          <p:nvPr/>
        </p:nvSpPr>
        <p:spPr>
          <a:xfrm>
            <a:off x="1683059" y="4988454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CodeCov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10" name="Google Shape;139;p3">
            <a:extLst>
              <a:ext uri="{FF2B5EF4-FFF2-40B4-BE49-F238E27FC236}">
                <a16:creationId xmlns:a16="http://schemas.microsoft.com/office/drawing/2014/main" id="{9A63ABDC-4374-FE65-FD78-64E86BB3DD86}"/>
              </a:ext>
            </a:extLst>
          </p:cNvPr>
          <p:cNvSpPr txBox="1"/>
          <p:nvPr/>
        </p:nvSpPr>
        <p:spPr>
          <a:xfrm>
            <a:off x="1314269" y="6285881"/>
            <a:ext cx="3771078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Collects</a:t>
            </a:r>
            <a:r>
              <a:rPr lang="it-IT" dirty="0"/>
              <a:t> coverage and test </a:t>
            </a:r>
            <a:r>
              <a:rPr lang="it-IT" dirty="0" err="1"/>
              <a:t>execution</a:t>
            </a:r>
            <a:r>
              <a:rPr lang="it-IT" dirty="0"/>
              <a:t> </a:t>
            </a:r>
            <a:r>
              <a:rPr lang="it-IT" b="1" dirty="0" err="1"/>
              <a:t>metrics</a:t>
            </a:r>
            <a:r>
              <a:rPr lang="it-IT" dirty="0"/>
              <a:t> to </a:t>
            </a:r>
            <a:r>
              <a:rPr lang="it-IT" dirty="0" err="1"/>
              <a:t>identify</a:t>
            </a:r>
            <a:r>
              <a:rPr lang="it-IT" dirty="0"/>
              <a:t> </a:t>
            </a:r>
            <a:r>
              <a:rPr lang="it-IT" dirty="0" err="1"/>
              <a:t>untested</a:t>
            </a:r>
            <a:r>
              <a:rPr lang="it-IT" dirty="0"/>
              <a:t> code </a:t>
            </a:r>
            <a:r>
              <a:rPr lang="it-IT" b="1" dirty="0" err="1"/>
              <a:t>paths</a:t>
            </a:r>
            <a:r>
              <a:rPr lang="it-IT" dirty="0"/>
              <a:t> and performance-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tests</a:t>
            </a:r>
            <a:r>
              <a:rPr lang="it-IT" dirty="0"/>
              <a:t>.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54A5F5B-9789-9737-699D-D2A30FDE447C}"/>
              </a:ext>
            </a:extLst>
          </p:cNvPr>
          <p:cNvSpPr/>
          <p:nvPr/>
        </p:nvSpPr>
        <p:spPr>
          <a:xfrm>
            <a:off x="7735502" y="3015706"/>
            <a:ext cx="4119613" cy="4731980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Google Shape;139;p3">
            <a:extLst>
              <a:ext uri="{FF2B5EF4-FFF2-40B4-BE49-F238E27FC236}">
                <a16:creationId xmlns:a16="http://schemas.microsoft.com/office/drawing/2014/main" id="{3CE9FAF8-7E67-8684-5179-FD98E035C7A2}"/>
              </a:ext>
            </a:extLst>
          </p:cNvPr>
          <p:cNvSpPr txBox="1"/>
          <p:nvPr/>
        </p:nvSpPr>
        <p:spPr>
          <a:xfrm>
            <a:off x="8156141" y="4447100"/>
            <a:ext cx="3165600" cy="60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</a:rPr>
              <a:t>Microbenchmarking</a:t>
            </a:r>
            <a:endParaRPr lang="it-IT" sz="2400" b="1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9;p3">
            <a:extLst>
              <a:ext uri="{FF2B5EF4-FFF2-40B4-BE49-F238E27FC236}">
                <a16:creationId xmlns:a16="http://schemas.microsoft.com/office/drawing/2014/main" id="{BFDBC185-198C-ED65-D92C-F7AFA96A37B8}"/>
              </a:ext>
            </a:extLst>
          </p:cNvPr>
          <p:cNvSpPr txBox="1"/>
          <p:nvPr/>
        </p:nvSpPr>
        <p:spPr>
          <a:xfrm>
            <a:off x="7847358" y="5080500"/>
            <a:ext cx="3863379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JMH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14" name="Google Shape;139;p3">
            <a:extLst>
              <a:ext uri="{FF2B5EF4-FFF2-40B4-BE49-F238E27FC236}">
                <a16:creationId xmlns:a16="http://schemas.microsoft.com/office/drawing/2014/main" id="{AE49EB28-60E2-12F0-721D-4A22E3F46B4D}"/>
              </a:ext>
            </a:extLst>
          </p:cNvPr>
          <p:cNvSpPr txBox="1"/>
          <p:nvPr/>
        </p:nvSpPr>
        <p:spPr>
          <a:xfrm>
            <a:off x="7847358" y="6291225"/>
            <a:ext cx="3863379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b="1" dirty="0" err="1"/>
              <a:t>execution</a:t>
            </a:r>
            <a:r>
              <a:rPr lang="it-IT" b="1" dirty="0"/>
              <a:t> time </a:t>
            </a:r>
            <a:r>
              <a:rPr lang="it-IT" dirty="0"/>
              <a:t>and </a:t>
            </a:r>
            <a:r>
              <a:rPr lang="it-IT" b="1" dirty="0"/>
              <a:t>performance</a:t>
            </a:r>
            <a:r>
              <a:rPr lang="it-IT" dirty="0"/>
              <a:t> of 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methods</a:t>
            </a:r>
            <a:r>
              <a:rPr lang="it-IT" dirty="0"/>
              <a:t> in </a:t>
            </a:r>
            <a:r>
              <a:rPr lang="it-IT" dirty="0" err="1"/>
              <a:t>isolation</a:t>
            </a:r>
            <a:r>
              <a:rPr lang="it-IT" dirty="0"/>
              <a:t>, </a:t>
            </a:r>
            <a:r>
              <a:rPr lang="it-IT" dirty="0" err="1"/>
              <a:t>enabling</a:t>
            </a:r>
            <a:r>
              <a:rPr lang="it-IT" dirty="0"/>
              <a:t> </a:t>
            </a:r>
            <a:r>
              <a:rPr lang="it-IT" dirty="0" err="1"/>
              <a:t>targeted</a:t>
            </a:r>
            <a:r>
              <a:rPr lang="it-IT" dirty="0"/>
              <a:t> </a:t>
            </a:r>
            <a:r>
              <a:rPr lang="it-IT" dirty="0" err="1"/>
              <a:t>optimizations</a:t>
            </a:r>
            <a:r>
              <a:rPr lang="it-IT" dirty="0"/>
              <a:t>.</a:t>
            </a:r>
          </a:p>
        </p:txBody>
      </p:sp>
      <p:pic>
        <p:nvPicPr>
          <p:cNvPr id="18" name="Immagine 17" descr="Immagine che contiene Elementi grafici, cerchio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ACBB3E31-F329-FEBC-7523-9962F49CAF1E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4000"/>
                    </a14:imgEffect>
                    <a14:imgEffect>
                      <a14:saturation sat="304000"/>
                    </a14:imgEffect>
                    <a14:imgEffect>
                      <a14:brightnessContrast bright="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81182" y="3199900"/>
            <a:ext cx="1040586" cy="1040586"/>
          </a:xfrm>
          <a:prstGeom prst="rect">
            <a:avLst/>
          </a:prstGeom>
        </p:spPr>
      </p:pic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B3C7A29A-7324-5A00-9CFD-3A4FBA32D6E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2818" y="3133884"/>
            <a:ext cx="1464980" cy="146498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D2B7E7-3BC2-2202-F2BF-C633ECD3796C}"/>
              </a:ext>
            </a:extLst>
          </p:cNvPr>
          <p:cNvSpPr txBox="1"/>
          <p:nvPr/>
        </p:nvSpPr>
        <p:spPr>
          <a:xfrm>
            <a:off x="1172286" y="1848956"/>
            <a:ext cx="688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To </a:t>
            </a:r>
            <a:r>
              <a:rPr lang="it-IT" sz="2400" dirty="0" err="1"/>
              <a:t>measure</a:t>
            </a:r>
            <a:r>
              <a:rPr lang="it-IT" sz="2400" dirty="0"/>
              <a:t> </a:t>
            </a:r>
            <a:r>
              <a:rPr lang="it-IT" sz="2400" b="1" dirty="0" err="1"/>
              <a:t>efficiency</a:t>
            </a:r>
            <a:r>
              <a:rPr lang="it-IT" sz="2400" dirty="0"/>
              <a:t> and </a:t>
            </a:r>
            <a:r>
              <a:rPr lang="it-IT" sz="2400" b="1" dirty="0"/>
              <a:t>performance</a:t>
            </a:r>
            <a:r>
              <a:rPr lang="it-IT" sz="2400" dirty="0"/>
              <a:t> </a:t>
            </a:r>
            <a:r>
              <a:rPr lang="it-IT" sz="2400" b="1" dirty="0" err="1"/>
              <a:t>stability</a:t>
            </a:r>
            <a:r>
              <a:rPr lang="it-IT" sz="2400" dirty="0"/>
              <a:t>.</a:t>
            </a:r>
            <a:endParaRPr lang="it-IT" sz="2400" dirty="0">
              <a:solidFill>
                <a:srgbClr val="292F36"/>
              </a:solidFill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60BEE39E-BBF9-2986-40CD-D88600C4D5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37" y="1757594"/>
            <a:ext cx="547029" cy="547029"/>
          </a:xfrm>
          <a:prstGeom prst="rect">
            <a:avLst/>
          </a:prstGeom>
        </p:spPr>
      </p:pic>
      <p:pic>
        <p:nvPicPr>
          <p:cNvPr id="17" name="Immagine 16" descr="Immagine che contiene clipart, Elementi grafici, grafica, creatività&#10;&#10;Il contenuto generato dall'IA potrebbe non essere corretto.">
            <a:extLst>
              <a:ext uri="{FF2B5EF4-FFF2-40B4-BE49-F238E27FC236}">
                <a16:creationId xmlns:a16="http://schemas.microsoft.com/office/drawing/2014/main" id="{1950C0A0-C7B9-E782-66A0-C25CE791D6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26389" y="170261"/>
            <a:ext cx="1021347" cy="10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5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5199B5A9-723D-8A68-A6B9-42E4B4E9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4FAF1BD3-36A4-209E-4A45-5EC456AE61A1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A60C6312-5839-1582-6797-9BDE2213375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Performance Reliability</a:t>
            </a: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34D566CD-9B70-E2A6-B189-839027DE1D72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3124966E-63B3-32A4-8A6C-9A30FCA9FA0D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14881682-FAE4-8A53-2EA6-512E3A71B101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E1F4A42A-867C-FE6B-FB87-318E39E8A3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magine 1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3DCF9BF8-369A-CAFB-7416-F75492A6F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64" y="3135699"/>
            <a:ext cx="4596209" cy="3350126"/>
          </a:xfrm>
          <a:prstGeom prst="rect">
            <a:avLst/>
          </a:prstGeom>
        </p:spPr>
      </p:pic>
      <p:sp>
        <p:nvSpPr>
          <p:cNvPr id="16" name="Freccia giù 15">
            <a:extLst>
              <a:ext uri="{FF2B5EF4-FFF2-40B4-BE49-F238E27FC236}">
                <a16:creationId xmlns:a16="http://schemas.microsoft.com/office/drawing/2014/main" id="{EBCB1A9C-4E51-0EA2-1B44-AC376485D534}"/>
              </a:ext>
            </a:extLst>
          </p:cNvPr>
          <p:cNvSpPr/>
          <p:nvPr/>
        </p:nvSpPr>
        <p:spPr>
          <a:xfrm rot="16200000">
            <a:off x="6009105" y="4134522"/>
            <a:ext cx="986590" cy="1499938"/>
          </a:xfrm>
          <a:prstGeom prst="downArrow">
            <a:avLst/>
          </a:prstGeom>
          <a:solidFill>
            <a:srgbClr val="00A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78EEEB3B-79D3-FFCC-A0DB-1D66F21EB0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360" y="3081599"/>
            <a:ext cx="4953424" cy="3590402"/>
          </a:xfrm>
          <a:prstGeom prst="rect">
            <a:avLst/>
          </a:prstGeom>
        </p:spPr>
      </p:pic>
      <p:pic>
        <p:nvPicPr>
          <p:cNvPr id="4" name="Immagine 3" descr="Immagine che contiene clipart, Elementi grafici, grafica, creatività&#10;&#10;Il contenuto generato dall'IA potrebbe non essere corretto.">
            <a:extLst>
              <a:ext uri="{FF2B5EF4-FFF2-40B4-BE49-F238E27FC236}">
                <a16:creationId xmlns:a16="http://schemas.microsoft.com/office/drawing/2014/main" id="{79262047-212E-7794-B888-9E3E74F31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6389" y="170261"/>
            <a:ext cx="1021347" cy="10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7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9EB671B4-C468-256F-A699-3702FC82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8FB2CC5F-EBF8-1A20-786C-ED1F8AAA6EFD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F53FA685-71E4-A429-45C0-BBC4B91E65C8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Avaliability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486CE280-4C23-EEDF-0324-ACB584EC5818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6C84C7F4-378F-A37E-BD2C-990450CFE24D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5FBB1B67-A518-D19F-0EA8-323A855E7470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C00AB358-DD28-BF3F-0523-5C18A2383D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A4F9167-6E04-ED81-7C5E-81995FBDF3EA}"/>
              </a:ext>
            </a:extLst>
          </p:cNvPr>
          <p:cNvSpPr/>
          <p:nvPr/>
        </p:nvSpPr>
        <p:spPr>
          <a:xfrm>
            <a:off x="1149685" y="2966279"/>
            <a:ext cx="4119613" cy="4405164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7" name="Google Shape;139;p3">
            <a:extLst>
              <a:ext uri="{FF2B5EF4-FFF2-40B4-BE49-F238E27FC236}">
                <a16:creationId xmlns:a16="http://schemas.microsoft.com/office/drawing/2014/main" id="{20BC4D13-9E10-A329-79E5-E554EF2BE393}"/>
              </a:ext>
            </a:extLst>
          </p:cNvPr>
          <p:cNvSpPr txBox="1"/>
          <p:nvPr/>
        </p:nvSpPr>
        <p:spPr>
          <a:xfrm>
            <a:off x="1626691" y="4372055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400" b="1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Dockerization</a:t>
            </a:r>
            <a:endParaRPr sz="1050" b="1" dirty="0"/>
          </a:p>
        </p:txBody>
      </p:sp>
      <p:sp>
        <p:nvSpPr>
          <p:cNvPr id="28" name="Google Shape;139;p3">
            <a:extLst>
              <a:ext uri="{FF2B5EF4-FFF2-40B4-BE49-F238E27FC236}">
                <a16:creationId xmlns:a16="http://schemas.microsoft.com/office/drawing/2014/main" id="{EB9AE2CE-73C2-40C7-52C4-7DFFB1680110}"/>
              </a:ext>
            </a:extLst>
          </p:cNvPr>
          <p:cNvSpPr txBox="1"/>
          <p:nvPr/>
        </p:nvSpPr>
        <p:spPr>
          <a:xfrm>
            <a:off x="1683059" y="4939025"/>
            <a:ext cx="3165600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 err="1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DockerHub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30" name="Google Shape;139;p3">
            <a:extLst>
              <a:ext uri="{FF2B5EF4-FFF2-40B4-BE49-F238E27FC236}">
                <a16:creationId xmlns:a16="http://schemas.microsoft.com/office/drawing/2014/main" id="{04ACB4D1-1C49-2F24-009B-CAC6E62375C9}"/>
              </a:ext>
            </a:extLst>
          </p:cNvPr>
          <p:cNvSpPr txBox="1"/>
          <p:nvPr/>
        </p:nvSpPr>
        <p:spPr>
          <a:xfrm>
            <a:off x="1314269" y="5832353"/>
            <a:ext cx="3771078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 err="1"/>
              <a:t>Published</a:t>
            </a:r>
            <a:r>
              <a:rPr lang="it-IT" dirty="0"/>
              <a:t> on </a:t>
            </a:r>
            <a:r>
              <a:rPr lang="it-IT" b="1" dirty="0" err="1"/>
              <a:t>DockerHub</a:t>
            </a:r>
            <a:r>
              <a:rPr lang="it-IT" dirty="0"/>
              <a:t> to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b="1" dirty="0" err="1"/>
              <a:t>reproducible</a:t>
            </a:r>
            <a:r>
              <a:rPr lang="it-IT" dirty="0"/>
              <a:t> deployment and high </a:t>
            </a:r>
            <a:r>
              <a:rPr lang="it-IT" dirty="0" err="1"/>
              <a:t>availability</a:t>
            </a:r>
            <a:r>
              <a:rPr lang="it-IT" dirty="0"/>
              <a:t>.</a:t>
            </a:r>
          </a:p>
        </p:txBody>
      </p:sp>
      <p:sp>
        <p:nvSpPr>
          <p:cNvPr id="156" name="Rettangolo con angoli arrotondati 155">
            <a:extLst>
              <a:ext uri="{FF2B5EF4-FFF2-40B4-BE49-F238E27FC236}">
                <a16:creationId xmlns:a16="http://schemas.microsoft.com/office/drawing/2014/main" id="{57F3529C-859F-7AF7-9C7C-2B6E22286242}"/>
              </a:ext>
            </a:extLst>
          </p:cNvPr>
          <p:cNvSpPr/>
          <p:nvPr/>
        </p:nvSpPr>
        <p:spPr>
          <a:xfrm>
            <a:off x="7735502" y="2966277"/>
            <a:ext cx="4119613" cy="4405165"/>
          </a:xfrm>
          <a:prstGeom prst="roundRect">
            <a:avLst/>
          </a:prstGeom>
          <a:solidFill>
            <a:srgbClr val="F9FB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7" name="Google Shape;139;p3">
            <a:extLst>
              <a:ext uri="{FF2B5EF4-FFF2-40B4-BE49-F238E27FC236}">
                <a16:creationId xmlns:a16="http://schemas.microsoft.com/office/drawing/2014/main" id="{58D29840-C5E7-0D1A-0C33-43737D5FCE51}"/>
              </a:ext>
            </a:extLst>
          </p:cNvPr>
          <p:cNvSpPr txBox="1"/>
          <p:nvPr/>
        </p:nvSpPr>
        <p:spPr>
          <a:xfrm>
            <a:off x="8156141" y="4397671"/>
            <a:ext cx="3165600" cy="60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2400" b="1" dirty="0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CI/CD</a:t>
            </a:r>
          </a:p>
        </p:txBody>
      </p:sp>
      <p:sp>
        <p:nvSpPr>
          <p:cNvPr id="158" name="Google Shape;139;p3">
            <a:extLst>
              <a:ext uri="{FF2B5EF4-FFF2-40B4-BE49-F238E27FC236}">
                <a16:creationId xmlns:a16="http://schemas.microsoft.com/office/drawing/2014/main" id="{756F66D4-3E2E-89D8-062D-2E8D2F4BC3BF}"/>
              </a:ext>
            </a:extLst>
          </p:cNvPr>
          <p:cNvSpPr txBox="1"/>
          <p:nvPr/>
        </p:nvSpPr>
        <p:spPr>
          <a:xfrm>
            <a:off x="7847358" y="5031071"/>
            <a:ext cx="3863379" cy="88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4400"/>
              <a:buFont typeface="Helvetica Neue"/>
              <a:buNone/>
            </a:pPr>
            <a:r>
              <a:rPr lang="it-IT" sz="3600" b="1" dirty="0">
                <a:solidFill>
                  <a:srgbClr val="00A2FF"/>
                </a:solidFill>
                <a:latin typeface="American Typewriter" panose="02090604020004020304" pitchFamily="18" charset="77"/>
                <a:ea typeface="Helvetica Neue"/>
                <a:cs typeface="Helvetica Neue"/>
                <a:sym typeface="Helvetica Neue"/>
              </a:rPr>
              <a:t>GitHub Actions</a:t>
            </a:r>
            <a:endParaRPr sz="1400" b="1" dirty="0">
              <a:solidFill>
                <a:srgbClr val="00A2FF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159" name="Google Shape;139;p3">
            <a:extLst>
              <a:ext uri="{FF2B5EF4-FFF2-40B4-BE49-F238E27FC236}">
                <a16:creationId xmlns:a16="http://schemas.microsoft.com/office/drawing/2014/main" id="{845B37C3-0E5D-3868-66D4-A02A85AA877C}"/>
              </a:ext>
            </a:extLst>
          </p:cNvPr>
          <p:cNvSpPr txBox="1"/>
          <p:nvPr/>
        </p:nvSpPr>
        <p:spPr>
          <a:xfrm>
            <a:off x="7827152" y="5832353"/>
            <a:ext cx="3863379" cy="13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303030"/>
              </a:buClr>
              <a:buSzPts val="4400"/>
            </a:pPr>
            <a:r>
              <a:rPr lang="it-IT" dirty="0"/>
              <a:t>CI/CD </a:t>
            </a:r>
            <a:r>
              <a:rPr lang="it-IT" dirty="0" err="1"/>
              <a:t>automates</a:t>
            </a:r>
            <a:r>
              <a:rPr lang="it-IT" dirty="0"/>
              <a:t> build, testing, and deployment to </a:t>
            </a:r>
            <a:r>
              <a:rPr lang="it-IT" dirty="0" err="1"/>
              <a:t>ensure</a:t>
            </a:r>
            <a:r>
              <a:rPr lang="it-IT" dirty="0"/>
              <a:t>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availability</a:t>
            </a:r>
            <a:r>
              <a:rPr lang="it-IT" dirty="0"/>
              <a:t> and reliability.</a:t>
            </a:r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80C4E69B-7C22-1230-1FE3-CD11E4EEE5A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43000" contrast="-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5965" y="3091269"/>
            <a:ext cx="1099788" cy="1099788"/>
          </a:xfrm>
          <a:prstGeom prst="rect">
            <a:avLst/>
          </a:prstGeom>
        </p:spPr>
      </p:pic>
      <p:pic>
        <p:nvPicPr>
          <p:cNvPr id="29" name="Immagine 28" descr="Immagine che contiene Elementi grafici, clipart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40436AEC-AFB2-9307-5479-74A3B9435BCD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3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16261" y="2977422"/>
            <a:ext cx="1358094" cy="135809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C34E26-D4C6-D98D-423E-6BB909721CFE}"/>
              </a:ext>
            </a:extLst>
          </p:cNvPr>
          <p:cNvSpPr txBox="1"/>
          <p:nvPr/>
        </p:nvSpPr>
        <p:spPr>
          <a:xfrm>
            <a:off x="1172286" y="1848956"/>
            <a:ext cx="769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To </a:t>
            </a:r>
            <a:r>
              <a:rPr lang="it-IT" sz="2400" dirty="0" err="1"/>
              <a:t>ensure</a:t>
            </a:r>
            <a:r>
              <a:rPr lang="it-IT" sz="2400" dirty="0"/>
              <a:t> </a:t>
            </a:r>
            <a:r>
              <a:rPr lang="it-IT" sz="2400" dirty="0" err="1"/>
              <a:t>continuous</a:t>
            </a:r>
            <a:r>
              <a:rPr lang="it-IT" sz="2400" dirty="0"/>
              <a:t> and </a:t>
            </a:r>
            <a:r>
              <a:rPr lang="it-IT" sz="2400" dirty="0" err="1"/>
              <a:t>automated</a:t>
            </a:r>
            <a:r>
              <a:rPr lang="it-IT" sz="2400" dirty="0"/>
              <a:t> </a:t>
            </a:r>
            <a:r>
              <a:rPr lang="it-IT" sz="2400" b="1" dirty="0"/>
              <a:t>service </a:t>
            </a:r>
            <a:r>
              <a:rPr lang="it-IT" sz="2400" b="1" dirty="0" err="1"/>
              <a:t>operation</a:t>
            </a:r>
            <a:r>
              <a:rPr lang="it-IT" sz="2400" dirty="0"/>
              <a:t>.</a:t>
            </a:r>
            <a:endParaRPr lang="it-IT" sz="2400" dirty="0">
              <a:solidFill>
                <a:srgbClr val="292F36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9C9271B-5EF1-BB78-9DFC-544ED871F1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37" y="1757594"/>
            <a:ext cx="547029" cy="547029"/>
          </a:xfrm>
          <a:prstGeom prst="rect">
            <a:avLst/>
          </a:prstGeom>
        </p:spPr>
      </p:pic>
      <p:pic>
        <p:nvPicPr>
          <p:cNvPr id="9" name="Immagine 8" descr="Immagine che contiene Elementi grafici, cerchio, Policromia, schermata&#10;&#10;Il contenuto generato dall'IA potrebbe non essere corretto.">
            <a:extLst>
              <a:ext uri="{FF2B5EF4-FFF2-40B4-BE49-F238E27FC236}">
                <a16:creationId xmlns:a16="http://schemas.microsoft.com/office/drawing/2014/main" id="{5C31E19E-EC9C-A052-4959-203D7A6120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8910" y="243753"/>
            <a:ext cx="931239" cy="9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57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BE68E4F8-8C02-A9E8-B16F-B340F00E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>
            <a:extLst>
              <a:ext uri="{FF2B5EF4-FFF2-40B4-BE49-F238E27FC236}">
                <a16:creationId xmlns:a16="http://schemas.microsoft.com/office/drawing/2014/main" id="{D8F678E0-C73B-C728-4775-CBEEF92C5F10}"/>
              </a:ext>
            </a:extLst>
          </p:cNvPr>
          <p:cNvSpPr/>
          <p:nvPr/>
        </p:nvSpPr>
        <p:spPr>
          <a:xfrm>
            <a:off x="-6928" y="1890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>
            <a:extLst>
              <a:ext uri="{FF2B5EF4-FFF2-40B4-BE49-F238E27FC236}">
                <a16:creationId xmlns:a16="http://schemas.microsoft.com/office/drawing/2014/main" id="{7098CCD0-6BF5-3265-BE81-98B3F8A2D6BC}"/>
              </a:ext>
            </a:extLst>
          </p:cNvPr>
          <p:cNvSpPr txBox="1"/>
          <p:nvPr/>
        </p:nvSpPr>
        <p:spPr>
          <a:xfrm>
            <a:off x="557064" y="397333"/>
            <a:ext cx="11609060" cy="67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Avaliability</a:t>
            </a:r>
            <a:endParaRPr lang="it-IT" sz="45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2;p2">
            <a:extLst>
              <a:ext uri="{FF2B5EF4-FFF2-40B4-BE49-F238E27FC236}">
                <a16:creationId xmlns:a16="http://schemas.microsoft.com/office/drawing/2014/main" id="{354EE0F6-C821-A1D0-CF5E-1FD947A5092E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39EF54C5-1C88-9296-5BF9-A7DA8B6EC9D2}"/>
              </a:ext>
            </a:extLst>
          </p:cNvPr>
          <p:cNvSpPr txBox="1"/>
          <p:nvPr/>
        </p:nvSpPr>
        <p:spPr>
          <a:xfrm>
            <a:off x="6338459" y="8538153"/>
            <a:ext cx="6121690" cy="1099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PlayWise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Francesco Maria Torino</a:t>
            </a:r>
            <a:endParaRPr dirty="0"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SwD</a:t>
            </a:r>
            <a:r>
              <a:rPr lang="it-IT" sz="1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Project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6;p2">
            <a:extLst>
              <a:ext uri="{FF2B5EF4-FFF2-40B4-BE49-F238E27FC236}">
                <a16:creationId xmlns:a16="http://schemas.microsoft.com/office/drawing/2014/main" id="{24DF4551-1A2C-A5F6-5B66-AA8D941DF41A}"/>
              </a:ext>
            </a:extLst>
          </p:cNvPr>
          <p:cNvSpPr txBox="1"/>
          <p:nvPr/>
        </p:nvSpPr>
        <p:spPr>
          <a:xfrm>
            <a:off x="983149" y="8841066"/>
            <a:ext cx="3165600" cy="434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i="0" u="sng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f.torino1@studenti.unisa.it</a:t>
            </a:r>
            <a:endParaRPr sz="18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Google Shape;117;p2" descr="email.png">
            <a:extLst>
              <a:ext uri="{FF2B5EF4-FFF2-40B4-BE49-F238E27FC236}">
                <a16:creationId xmlns:a16="http://schemas.microsoft.com/office/drawing/2014/main" id="{370A536F-0AB3-D152-D1A3-F0EF5D1CC8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852" y="8953636"/>
            <a:ext cx="254001" cy="25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 descr="Immagine che contiene linea,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D1C46498-1637-3FAE-37A3-104A57732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11233"/>
            <a:ext cx="13011729" cy="1931134"/>
          </a:xfrm>
          <a:prstGeom prst="rect">
            <a:avLst/>
          </a:prstGeom>
        </p:spPr>
      </p:pic>
      <p:pic>
        <p:nvPicPr>
          <p:cNvPr id="4" name="Immagine 3" descr="Immagine che contiene Elementi grafici, cerchio, Policromia, schermata&#10;&#10;Il contenuto generato dall'IA potrebbe non essere corretto.">
            <a:extLst>
              <a:ext uri="{FF2B5EF4-FFF2-40B4-BE49-F238E27FC236}">
                <a16:creationId xmlns:a16="http://schemas.microsoft.com/office/drawing/2014/main" id="{C7E2433A-2E73-65D8-4A73-69D2BEAAF3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8910" y="243753"/>
            <a:ext cx="931239" cy="9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39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9CB95164-AF07-BC48-2168-770E1752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A13E372B-C7F0-9D2D-D98A-AB4F291CF2F7}"/>
              </a:ext>
            </a:extLst>
          </p:cNvPr>
          <p:cNvSpPr/>
          <p:nvPr/>
        </p:nvSpPr>
        <p:spPr>
          <a:xfrm>
            <a:off x="-6928" y="8409003"/>
            <a:ext cx="13018657" cy="1358093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63FAE8EE-17B8-C131-789F-B463F4CC0F2B}"/>
              </a:ext>
            </a:extLst>
          </p:cNvPr>
          <p:cNvSpPr/>
          <p:nvPr/>
        </p:nvSpPr>
        <p:spPr>
          <a:xfrm>
            <a:off x="2279" y="5136"/>
            <a:ext cx="13018657" cy="1358090"/>
          </a:xfrm>
          <a:prstGeom prst="rect">
            <a:avLst/>
          </a:prstGeom>
          <a:solidFill>
            <a:srgbClr val="03528C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>
            <a:extLst>
              <a:ext uri="{FF2B5EF4-FFF2-40B4-BE49-F238E27FC236}">
                <a16:creationId xmlns:a16="http://schemas.microsoft.com/office/drawing/2014/main" id="{B122946D-32EE-E1D7-C25D-3425399475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70509"/>
            <a:ext cx="13037072" cy="157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8200"/>
              <a:buFont typeface="Helvetica Neue"/>
              <a:buNone/>
            </a:pPr>
            <a:r>
              <a:rPr lang="it-IT" sz="8200" b="0" i="0" u="none" strike="noStrike" cap="none" dirty="0" err="1">
                <a:solidFill>
                  <a:srgbClr val="3030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PlayWise</a:t>
            </a:r>
            <a:endParaRPr sz="8200" b="0" i="0" u="none" strike="noStrike" cap="none" dirty="0">
              <a:solidFill>
                <a:srgbClr val="30303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4" name="Google Shape;94;p1">
            <a:extLst>
              <a:ext uri="{FF2B5EF4-FFF2-40B4-BE49-F238E27FC236}">
                <a16:creationId xmlns:a16="http://schemas.microsoft.com/office/drawing/2014/main" id="{671B1690-C6D8-D5BC-DEFB-5A827FA5B80F}"/>
              </a:ext>
            </a:extLst>
          </p:cNvPr>
          <p:cNvGrpSpPr/>
          <p:nvPr/>
        </p:nvGrpSpPr>
        <p:grpSpPr>
          <a:xfrm>
            <a:off x="602224" y="170717"/>
            <a:ext cx="1020436" cy="1020437"/>
            <a:chOff x="0" y="0"/>
            <a:chExt cx="1020435" cy="1020435"/>
          </a:xfrm>
        </p:grpSpPr>
        <p:sp>
          <p:nvSpPr>
            <p:cNvPr id="95" name="Google Shape;95;p1">
              <a:extLst>
                <a:ext uri="{FF2B5EF4-FFF2-40B4-BE49-F238E27FC236}">
                  <a16:creationId xmlns:a16="http://schemas.microsoft.com/office/drawing/2014/main" id="{E39B3DDF-9894-2A6F-3B78-B6D9D30D5825}"/>
                </a:ext>
              </a:extLst>
            </p:cNvPr>
            <p:cNvSpPr/>
            <p:nvPr/>
          </p:nvSpPr>
          <p:spPr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" descr="image2.tif">
              <a:extLst>
                <a:ext uri="{FF2B5EF4-FFF2-40B4-BE49-F238E27FC236}">
                  <a16:creationId xmlns:a16="http://schemas.microsoft.com/office/drawing/2014/main" id="{6993EB25-2F8B-FD16-B471-3C75D4334A9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40" y="2139"/>
              <a:ext cx="1016153" cy="10161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">
            <a:extLst>
              <a:ext uri="{FF2B5EF4-FFF2-40B4-BE49-F238E27FC236}">
                <a16:creationId xmlns:a16="http://schemas.microsoft.com/office/drawing/2014/main" id="{F155E30A-9672-3302-DC7A-A5A379777F1B}"/>
              </a:ext>
            </a:extLst>
          </p:cNvPr>
          <p:cNvGrpSpPr/>
          <p:nvPr/>
        </p:nvGrpSpPr>
        <p:grpSpPr>
          <a:xfrm>
            <a:off x="1837439" y="116347"/>
            <a:ext cx="1083421" cy="1129177"/>
            <a:chOff x="0" y="0"/>
            <a:chExt cx="1083420" cy="1129176"/>
          </a:xfrm>
        </p:grpSpPr>
        <p:sp>
          <p:nvSpPr>
            <p:cNvPr id="99" name="Google Shape;99;p1">
              <a:extLst>
                <a:ext uri="{FF2B5EF4-FFF2-40B4-BE49-F238E27FC236}">
                  <a16:creationId xmlns:a16="http://schemas.microsoft.com/office/drawing/2014/main" id="{AD55E2C2-5EC0-A613-33A6-C2FED4729B5E}"/>
                </a:ext>
              </a:extLst>
            </p:cNvPr>
            <p:cNvSpPr/>
            <p:nvPr/>
          </p:nvSpPr>
          <p:spPr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" name="Google Shape;100;p1" descr="image1.tif">
              <a:extLst>
                <a:ext uri="{FF2B5EF4-FFF2-40B4-BE49-F238E27FC236}">
                  <a16:creationId xmlns:a16="http://schemas.microsoft.com/office/drawing/2014/main" id="{ACE2294B-0BF2-9DCB-06DC-A5623CE83AB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9293" r="24199" b="37033"/>
            <a:stretch/>
          </p:blipFill>
          <p:spPr>
            <a:xfrm>
              <a:off x="0" y="0"/>
              <a:ext cx="1083420" cy="1129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>
            <a:extLst>
              <a:ext uri="{FF2B5EF4-FFF2-40B4-BE49-F238E27FC236}">
                <a16:creationId xmlns:a16="http://schemas.microsoft.com/office/drawing/2014/main" id="{EB51E5E6-A9FB-9775-510E-A84A47A95D60}"/>
              </a:ext>
            </a:extLst>
          </p:cNvPr>
          <p:cNvSpPr txBox="1"/>
          <p:nvPr/>
        </p:nvSpPr>
        <p:spPr>
          <a:xfrm>
            <a:off x="3235964" y="3314412"/>
            <a:ext cx="6565144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algn="ctr"/>
            <a:r>
              <a:rPr lang="it-IT" sz="3600" b="1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Software </a:t>
            </a:r>
            <a:r>
              <a:rPr lang="it-IT" sz="3600" b="1" dirty="0" err="1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Dependability</a:t>
            </a:r>
            <a:endParaRPr lang="it-IT" sz="3600" b="1" i="0" u="none" strike="noStrike" cap="none" dirty="0">
              <a:solidFill>
                <a:srgbClr val="303030"/>
              </a:solidFill>
              <a:latin typeface="Play"/>
              <a:ea typeface="Arial"/>
              <a:cs typeface="Arial"/>
            </a:endParaRPr>
          </a:p>
        </p:txBody>
      </p:sp>
      <p:sp>
        <p:nvSpPr>
          <p:cNvPr id="104" name="Google Shape;104;p1">
            <a:extLst>
              <a:ext uri="{FF2B5EF4-FFF2-40B4-BE49-F238E27FC236}">
                <a16:creationId xmlns:a16="http://schemas.microsoft.com/office/drawing/2014/main" id="{6F5E85B5-0CE7-84EB-CD3D-7E4ABD6AD79D}"/>
              </a:ext>
            </a:extLst>
          </p:cNvPr>
          <p:cNvSpPr txBox="1"/>
          <p:nvPr/>
        </p:nvSpPr>
        <p:spPr>
          <a:xfrm>
            <a:off x="3407873" y="6869842"/>
            <a:ext cx="6207468" cy="144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  <a:t>Francesco Maria Torino</a:t>
            </a:r>
            <a:br>
              <a:rPr lang="it-IT" sz="2900" b="1" i="0" u="none" strike="noStrike" cap="none" dirty="0">
                <a:solidFill>
                  <a:srgbClr val="303030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it-IT" sz="2900" b="1" dirty="0">
                <a:solidFill>
                  <a:srgbClr val="303030"/>
                </a:solidFill>
                <a:latin typeface="Play"/>
                <a:ea typeface="Arial"/>
                <a:cs typeface="Arial"/>
                <a:sym typeface="Play"/>
              </a:rPr>
              <a:t>f.torino1@studenti.unisa.it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" descr="Immagine che contiene Elementi grafici, Blu elettrico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DEA359B5-9C64-94FF-3A21-A163C45083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69071" y="102585"/>
            <a:ext cx="1156713" cy="1156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A487AE3D-CD94-9F28-6867-D31B04DD8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069" y="4151006"/>
            <a:ext cx="2676933" cy="26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63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8404</TotalTime>
  <Words>508</Words>
  <Application>Microsoft Macintosh PowerPoint</Application>
  <PresentationFormat>Personalizzato</PresentationFormat>
  <Paragraphs>114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1" baseType="lpstr">
      <vt:lpstr>American Typewriter</vt:lpstr>
      <vt:lpstr>Aptos Display</vt:lpstr>
      <vt:lpstr>Aptos</vt:lpstr>
      <vt:lpstr>Arial</vt:lpstr>
      <vt:lpstr>Play</vt:lpstr>
      <vt:lpstr>Merriweather Sans</vt:lpstr>
      <vt:lpstr>Helvetica Neue</vt:lpstr>
      <vt:lpstr>Tema di Office</vt:lpstr>
      <vt:lpstr>PlayWise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PlayWise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FRANCESCO MARIA TORINO</cp:lastModifiedBy>
  <cp:revision>63</cp:revision>
  <dcterms:modified xsi:type="dcterms:W3CDTF">2025-12-18T09:37:17Z</dcterms:modified>
</cp:coreProperties>
</file>