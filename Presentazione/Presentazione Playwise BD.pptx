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7"/>
  </p:notesMasterIdLst>
  <p:sldIdLst>
    <p:sldId id="256" r:id="rId2"/>
    <p:sldId id="349" r:id="rId3"/>
    <p:sldId id="299" r:id="rId4"/>
    <p:sldId id="311" r:id="rId5"/>
    <p:sldId id="298" r:id="rId6"/>
  </p:sldIdLst>
  <p:sldSz cx="13004800" cy="9753600"/>
  <p:notesSz cx="6858000" cy="9144000"/>
  <p:embeddedFontLst>
    <p:embeddedFont>
      <p:font typeface="Helvetica Neue" panose="02000503000000020004" pitchFamily="2" charset="0"/>
      <p:regular r:id="rId8"/>
      <p:bold r:id="rId9"/>
      <p:italic r:id="rId10"/>
      <p:boldItalic r:id="rId11"/>
    </p:embeddedFont>
    <p:embeddedFont>
      <p:font typeface="Merriweather Sans" pitchFamily="2" charset="77"/>
      <p:regular r:id="rId12"/>
      <p:bold r:id="rId13"/>
      <p:italic r:id="rId14"/>
      <p:boldItalic r:id="rId15"/>
    </p:embeddedFont>
    <p:embeddedFont>
      <p:font typeface="Play" pitchFamily="2" charset="0"/>
      <p:regular r:id="rId16"/>
      <p:bold r:id="rId1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jVyy5sqcn1Z+qv/5p4qL3jfGJ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9990"/>
    <a:srgbClr val="29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5AB63-1E48-8B9A-0B01-55F7FFECCA97}" v="272" dt="2025-06-11T15:39:28.742"/>
    <p1510:client id="{C0133827-E301-471F-BD46-E3439136E4CF}" v="2447" dt="2025-06-11T15:48:25.656"/>
    <p1510:client id="{F93F12C3-B242-AD46-BD69-7C79EEB010A1}" v="434" dt="2025-06-12T08:11:40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96"/>
    <p:restoredTop sz="94692"/>
  </p:normalViewPr>
  <p:slideViewPr>
    <p:cSldViewPr snapToGrid="0">
      <p:cViewPr varScale="1">
        <p:scale>
          <a:sx n="80" d="100"/>
          <a:sy n="80" d="100"/>
        </p:scale>
        <p:origin x="1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84" Type="http://schemas.microsoft.com/office/2015/10/relationships/revisionInfo" Target="revisionInfo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82" Type="http://schemas.openxmlformats.org/officeDocument/2006/relationships/tableStyles" Target="tableStyles.xml"/><Relationship Id="rId10" Type="http://schemas.openxmlformats.org/officeDocument/2006/relationships/font" Target="fonts/font3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ALESSANDRO PINTO" userId="S::f.pinto16@studenti.unisa.it::e647daa0-8c8c-43db-a63e-434c81645a35" providerId="AD" clId="Web-{8AA5AB63-1E48-8B9A-0B01-55F7FFECCA97}"/>
    <pc:docChg chg="addSld modSld">
      <pc:chgData name="FRANCESCO ALESSANDRO PINTO" userId="S::f.pinto16@studenti.unisa.it::e647daa0-8c8c-43db-a63e-434c81645a35" providerId="AD" clId="Web-{8AA5AB63-1E48-8B9A-0B01-55F7FFECCA97}" dt="2025-06-11T15:39:28.742" v="150" actId="1076"/>
      <pc:docMkLst>
        <pc:docMk/>
      </pc:docMkLst>
      <pc:sldChg chg="addSp delSp modSp">
        <pc:chgData name="FRANCESCO ALESSANDRO PINTO" userId="S::f.pinto16@studenti.unisa.it::e647daa0-8c8c-43db-a63e-434c81645a35" providerId="AD" clId="Web-{8AA5AB63-1E48-8B9A-0B01-55F7FFECCA97}" dt="2025-06-11T15:38:33.192" v="146"/>
        <pc:sldMkLst>
          <pc:docMk/>
          <pc:sldMk cId="0" sldId="256"/>
        </pc:sldMkLst>
        <pc:picChg chg="add del mod">
          <ac:chgData name="FRANCESCO ALESSANDRO PINTO" userId="S::f.pinto16@studenti.unisa.it::e647daa0-8c8c-43db-a63e-434c81645a35" providerId="AD" clId="Web-{8AA5AB63-1E48-8B9A-0B01-55F7FFECCA97}" dt="2025-06-11T15:38:33.192" v="146"/>
          <ac:picMkLst>
            <pc:docMk/>
            <pc:sldMk cId="0" sldId="256"/>
            <ac:picMk id="3" creationId="{9D9F8760-5878-8342-FDAE-9B1DFAD72C8C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26:52.999" v="16" actId="1076"/>
        <pc:sldMkLst>
          <pc:docMk/>
          <pc:sldMk cId="0" sldId="257"/>
        </pc:sldMkLst>
        <pc:spChg chg="mod">
          <ac:chgData name="FRANCESCO ALESSANDRO PINTO" userId="S::f.pinto16@studenti.unisa.it::e647daa0-8c8c-43db-a63e-434c81645a35" providerId="AD" clId="Web-{8AA5AB63-1E48-8B9A-0B01-55F7FFECCA97}" dt="2025-06-11T15:26:45.216" v="13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6:52.999" v="16" actId="107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ALESSANDRO PINTO" userId="S::f.pinto16@studenti.unisa.it::e647daa0-8c8c-43db-a63e-434c81645a35" providerId="AD" clId="Web-{8AA5AB63-1E48-8B9A-0B01-55F7FFECCA97}" dt="2025-06-11T15:26:46.793" v="14" actId="107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ALESSANDRO PINTO" userId="S::f.pinto16@studenti.unisa.it::e647daa0-8c8c-43db-a63e-434c81645a35" providerId="AD" clId="Web-{8AA5AB63-1E48-8B9A-0B01-55F7FFECCA97}" dt="2025-06-11T15:26:47.887" v="15" actId="1076"/>
          <ac:picMkLst>
            <pc:docMk/>
            <pc:sldMk cId="0" sldId="257"/>
            <ac:picMk id="121" creationId="{00000000-0000-0000-0000-000000000000}"/>
          </ac:picMkLst>
        </pc:picChg>
      </pc:sldChg>
      <pc:sldChg chg="addSp delSp modSp">
        <pc:chgData name="FRANCESCO ALESSANDRO PINTO" userId="S::f.pinto16@studenti.unisa.it::e647daa0-8c8c-43db-a63e-434c81645a35" providerId="AD" clId="Web-{8AA5AB63-1E48-8B9A-0B01-55F7FFECCA97}" dt="2025-06-11T15:39:28.742" v="150" actId="1076"/>
        <pc:sldMkLst>
          <pc:docMk/>
          <pc:sldMk cId="0" sldId="258"/>
        </pc:sldMkLst>
        <pc:spChg chg="mod">
          <ac:chgData name="FRANCESCO ALESSANDRO PINTO" userId="S::f.pinto16@studenti.unisa.it::e647daa0-8c8c-43db-a63e-434c81645a35" providerId="AD" clId="Web-{8AA5AB63-1E48-8B9A-0B01-55F7FFECCA97}" dt="2025-06-11T15:37:45.784" v="140" actId="20577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8:07.066" v="143" actId="1076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7:08.158" v="137" actId="20577"/>
          <ac:spMkLst>
            <pc:docMk/>
            <pc:sldMk cId="0" sldId="258"/>
            <ac:spMk id="139" creationId="{00000000-0000-0000-0000-000000000000}"/>
          </ac:spMkLst>
        </pc:spChg>
        <pc:picChg chg="add mod">
          <ac:chgData name="FRANCESCO ALESSANDRO PINTO" userId="S::f.pinto16@studenti.unisa.it::e647daa0-8c8c-43db-a63e-434c81645a35" providerId="AD" clId="Web-{8AA5AB63-1E48-8B9A-0B01-55F7FFECCA97}" dt="2025-06-11T15:39:28.742" v="150" actId="1076"/>
          <ac:picMkLst>
            <pc:docMk/>
            <pc:sldMk cId="0" sldId="258"/>
            <ac:picMk id="2" creationId="{DBBAD7FE-1B64-0D5E-80E0-521DDC1E6280}"/>
          </ac:picMkLst>
        </pc:picChg>
        <pc:picChg chg="del">
          <ac:chgData name="FRANCESCO ALESSANDRO PINTO" userId="S::f.pinto16@studenti.unisa.it::e647daa0-8c8c-43db-a63e-434c81645a35" providerId="AD" clId="Web-{8AA5AB63-1E48-8B9A-0B01-55F7FFECCA97}" dt="2025-06-11T15:37:10.439" v="138"/>
          <ac:picMkLst>
            <pc:docMk/>
            <pc:sldMk cId="0" sldId="258"/>
            <ac:picMk id="137" creationId="{00000000-0000-0000-0000-000000000000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32:04.616" v="120" actId="20577"/>
        <pc:sldMkLst>
          <pc:docMk/>
          <pc:sldMk cId="1909470193" sldId="273"/>
        </pc:sldMkLst>
        <pc:spChg chg="mod">
          <ac:chgData name="FRANCESCO ALESSANDRO PINTO" userId="S::f.pinto16@studenti.unisa.it::e647daa0-8c8c-43db-a63e-434c81645a35" providerId="AD" clId="Web-{8AA5AB63-1E48-8B9A-0B01-55F7FFECCA97}" dt="2025-06-11T15:32:04.616" v="120" actId="20577"/>
          <ac:spMkLst>
            <pc:docMk/>
            <pc:sldMk cId="1909470193" sldId="273"/>
            <ac:spMk id="219" creationId="{172760FC-252D-87CE-4D9C-E5BBD6C2159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1:49.366" v="118" actId="20577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8AA5AB63-1E48-8B9A-0B01-55F7FFECCA97}" dt="2025-06-11T15:31:49.366" v="118" actId="20577"/>
          <ac:spMkLst>
            <pc:docMk/>
            <pc:sldMk cId="1831875767" sldId="274"/>
            <ac:spMk id="219" creationId="{B2732A75-0F80-BC7A-E038-FEB01EA8E2E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7.988" v="114" actId="20577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8AA5AB63-1E48-8B9A-0B01-55F7FFECCA97}" dt="2025-06-11T15:30:17.988" v="114" actId="20577"/>
          <ac:spMkLst>
            <pc:docMk/>
            <pc:sldMk cId="2799825697" sldId="281"/>
            <ac:spMk id="236" creationId="{72CA2EB5-D841-FEFE-096C-8DB2516586DA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3.769" v="113" actId="20577"/>
        <pc:sldMkLst>
          <pc:docMk/>
          <pc:sldMk cId="1161251246" sldId="282"/>
        </pc:sldMkLst>
        <pc:spChg chg="mod">
          <ac:chgData name="FRANCESCO ALESSANDRO PINTO" userId="S::f.pinto16@studenti.unisa.it::e647daa0-8c8c-43db-a63e-434c81645a35" providerId="AD" clId="Web-{8AA5AB63-1E48-8B9A-0B01-55F7FFECCA97}" dt="2025-06-11T15:30:13.769" v="113" actId="20577"/>
          <ac:spMkLst>
            <pc:docMk/>
            <pc:sldMk cId="1161251246" sldId="282"/>
            <ac:spMk id="236" creationId="{2A684162-EBE3-FEC4-F0C5-6A2619499AC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0.410" v="112" actId="20577"/>
        <pc:sldMkLst>
          <pc:docMk/>
          <pc:sldMk cId="2925494781" sldId="283"/>
        </pc:sldMkLst>
        <pc:spChg chg="mod">
          <ac:chgData name="FRANCESCO ALESSANDRO PINTO" userId="S::f.pinto16@studenti.unisa.it::e647daa0-8c8c-43db-a63e-434c81645a35" providerId="AD" clId="Web-{8AA5AB63-1E48-8B9A-0B01-55F7FFECCA97}" dt="2025-06-11T15:30:10.410" v="112" actId="20577"/>
          <ac:spMkLst>
            <pc:docMk/>
            <pc:sldMk cId="2925494781" sldId="283"/>
            <ac:spMk id="236" creationId="{940D2272-3BFD-5DB1-6449-4169F782450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0.425" v="110" actId="20577"/>
        <pc:sldMkLst>
          <pc:docMk/>
          <pc:sldMk cId="442202718" sldId="285"/>
        </pc:sldMkLst>
        <pc:spChg chg="mod">
          <ac:chgData name="FRANCESCO ALESSANDRO PINTO" userId="S::f.pinto16@studenti.unisa.it::e647daa0-8c8c-43db-a63e-434c81645a35" providerId="AD" clId="Web-{8AA5AB63-1E48-8B9A-0B01-55F7FFECCA97}" dt="2025-06-11T15:30:00.425" v="110" actId="20577"/>
          <ac:spMkLst>
            <pc:docMk/>
            <pc:sldMk cId="442202718" sldId="285"/>
            <ac:spMk id="236" creationId="{B6EA033A-DDE3-5A2F-6F10-AEFA1FF4DC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4.909" v="111" actId="20577"/>
        <pc:sldMkLst>
          <pc:docMk/>
          <pc:sldMk cId="1003845412" sldId="286"/>
        </pc:sldMkLst>
        <pc:spChg chg="mod">
          <ac:chgData name="FRANCESCO ALESSANDRO PINTO" userId="S::f.pinto16@studenti.unisa.it::e647daa0-8c8c-43db-a63e-434c81645a35" providerId="AD" clId="Web-{8AA5AB63-1E48-8B9A-0B01-55F7FFECCA97}" dt="2025-06-11T15:30:04.909" v="111" actId="20577"/>
          <ac:spMkLst>
            <pc:docMk/>
            <pc:sldMk cId="1003845412" sldId="286"/>
            <ac:spMk id="236" creationId="{8BFA2D37-3D49-C958-A2C3-83017C129605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7.003" v="109" actId="20577"/>
        <pc:sldMkLst>
          <pc:docMk/>
          <pc:sldMk cId="3372366951" sldId="287"/>
        </pc:sldMkLst>
        <pc:spChg chg="mod">
          <ac:chgData name="FRANCESCO ALESSANDRO PINTO" userId="S::f.pinto16@studenti.unisa.it::e647daa0-8c8c-43db-a63e-434c81645a35" providerId="AD" clId="Web-{8AA5AB63-1E48-8B9A-0B01-55F7FFECCA97}" dt="2025-06-11T15:29:57.003" v="109" actId="20577"/>
          <ac:spMkLst>
            <pc:docMk/>
            <pc:sldMk cId="3372366951" sldId="287"/>
            <ac:spMk id="236" creationId="{E5E474F1-41C5-F2CF-3E5C-6F3D0033E7EE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2.643" v="108" actId="20577"/>
        <pc:sldMkLst>
          <pc:docMk/>
          <pc:sldMk cId="1401141599" sldId="288"/>
        </pc:sldMkLst>
        <pc:spChg chg="mod">
          <ac:chgData name="FRANCESCO ALESSANDRO PINTO" userId="S::f.pinto16@studenti.unisa.it::e647daa0-8c8c-43db-a63e-434c81645a35" providerId="AD" clId="Web-{8AA5AB63-1E48-8B9A-0B01-55F7FFECCA97}" dt="2025-06-11T15:29:52.643" v="108" actId="20577"/>
          <ac:spMkLst>
            <pc:docMk/>
            <pc:sldMk cId="1401141599" sldId="288"/>
            <ac:spMk id="236" creationId="{62DBB9F0-01B4-0689-3ECA-C5AB8723DB7D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40.315" v="103" actId="20577"/>
        <pc:sldMkLst>
          <pc:docMk/>
          <pc:sldMk cId="2264291606" sldId="289"/>
        </pc:sldMkLst>
        <pc:spChg chg="mod">
          <ac:chgData name="FRANCESCO ALESSANDRO PINTO" userId="S::f.pinto16@studenti.unisa.it::e647daa0-8c8c-43db-a63e-434c81645a35" providerId="AD" clId="Web-{8AA5AB63-1E48-8B9A-0B01-55F7FFECCA97}" dt="2025-06-11T15:29:40.315" v="103" actId="20577"/>
          <ac:spMkLst>
            <pc:docMk/>
            <pc:sldMk cId="2264291606" sldId="289"/>
            <ac:spMk id="236" creationId="{D2BF7427-D348-B169-C20F-96C5F4445FA3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29.674" v="98" actId="20577"/>
        <pc:sldMkLst>
          <pc:docMk/>
          <pc:sldMk cId="552862991" sldId="290"/>
        </pc:sldMkLst>
        <pc:spChg chg="mod">
          <ac:chgData name="FRANCESCO ALESSANDRO PINTO" userId="S::f.pinto16@studenti.unisa.it::e647daa0-8c8c-43db-a63e-434c81645a35" providerId="AD" clId="Web-{8AA5AB63-1E48-8B9A-0B01-55F7FFECCA97}" dt="2025-06-11T15:27:52.843" v="18" actId="20577"/>
          <ac:spMkLst>
            <pc:docMk/>
            <pc:sldMk cId="552862991" sldId="290"/>
            <ac:spMk id="3" creationId="{997F532F-9EB0-A030-8B20-F0B682DFA557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9:29.674" v="98" actId="20577"/>
          <ac:spMkLst>
            <pc:docMk/>
            <pc:sldMk cId="552862991" sldId="290"/>
            <ac:spMk id="236" creationId="{C91A17A0-D644-F4A5-8AC7-EDDEEE6DB6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07.460" v="121" actId="20577"/>
        <pc:sldMkLst>
          <pc:docMk/>
          <pc:sldMk cId="1508285006" sldId="292"/>
        </pc:sldMkLst>
        <pc:spChg chg="mod">
          <ac:chgData name="FRANCESCO ALESSANDRO PINTO" userId="S::f.pinto16@studenti.unisa.it::e647daa0-8c8c-43db-a63e-434c81645a35" providerId="AD" clId="Web-{8AA5AB63-1E48-8B9A-0B01-55F7FFECCA97}" dt="2025-06-11T15:28:36.891" v="57" actId="20577"/>
          <ac:spMkLst>
            <pc:docMk/>
            <pc:sldMk cId="1508285006" sldId="292"/>
            <ac:spMk id="3" creationId="{92F9EB06-6F90-C53E-FA1B-C073007F6A7B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07.460" v="121" actId="20577"/>
          <ac:spMkLst>
            <pc:docMk/>
            <pc:sldMk cId="1508285006" sldId="292"/>
            <ac:spMk id="236" creationId="{97E23E00-B85C-EB88-D130-48B39892AB40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1.351" v="122" actId="20577"/>
        <pc:sldMkLst>
          <pc:docMk/>
          <pc:sldMk cId="1666482300" sldId="293"/>
        </pc:sldMkLst>
        <pc:spChg chg="mod">
          <ac:chgData name="FRANCESCO ALESSANDRO PINTO" userId="S::f.pinto16@studenti.unisa.it::e647daa0-8c8c-43db-a63e-434c81645a35" providerId="AD" clId="Web-{8AA5AB63-1E48-8B9A-0B01-55F7FFECCA97}" dt="2025-06-11T15:28:40.594" v="59" actId="20577"/>
          <ac:spMkLst>
            <pc:docMk/>
            <pc:sldMk cId="1666482300" sldId="293"/>
            <ac:spMk id="3" creationId="{5363E663-558F-8CFE-6493-0CCBF32E6366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1.351" v="122" actId="20577"/>
          <ac:spMkLst>
            <pc:docMk/>
            <pc:sldMk cId="1666482300" sldId="293"/>
            <ac:spMk id="236" creationId="{A101335B-8D0C-0799-2109-DEE3FD37F7B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5.195" v="123" actId="20577"/>
        <pc:sldMkLst>
          <pc:docMk/>
          <pc:sldMk cId="638409052" sldId="294"/>
        </pc:sldMkLst>
        <pc:spChg chg="mod">
          <ac:chgData name="FRANCESCO ALESSANDRO PINTO" userId="S::f.pinto16@studenti.unisa.it::e647daa0-8c8c-43db-a63e-434c81645a35" providerId="AD" clId="Web-{8AA5AB63-1E48-8B9A-0B01-55F7FFECCA97}" dt="2025-06-11T15:28:43.204" v="61" actId="20577"/>
          <ac:spMkLst>
            <pc:docMk/>
            <pc:sldMk cId="638409052" sldId="294"/>
            <ac:spMk id="3" creationId="{75117D97-5871-77E6-9E87-77E7239F7022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5.195" v="123" actId="20577"/>
          <ac:spMkLst>
            <pc:docMk/>
            <pc:sldMk cId="638409052" sldId="294"/>
            <ac:spMk id="236" creationId="{89A09004-692D-BB79-ED07-D5DB5FE08B04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33.098" v="117" actId="20577"/>
        <pc:sldMkLst>
          <pc:docMk/>
          <pc:sldMk cId="2871947140" sldId="295"/>
        </pc:sldMkLst>
        <pc:spChg chg="mod">
          <ac:chgData name="FRANCESCO ALESSANDRO PINTO" userId="S::f.pinto16@studenti.unisa.it::e647daa0-8c8c-43db-a63e-434c81645a35" providerId="AD" clId="Web-{8AA5AB63-1E48-8B9A-0B01-55F7FFECCA97}" dt="2025-06-11T15:30:33.098" v="117" actId="20577"/>
          <ac:spMkLst>
            <pc:docMk/>
            <pc:sldMk cId="2871947140" sldId="295"/>
            <ac:spMk id="219" creationId="{558D0434-B621-BA09-7B7C-C72A2A23704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9.535" v="116" actId="20577"/>
        <pc:sldMkLst>
          <pc:docMk/>
          <pc:sldMk cId="746687068" sldId="296"/>
        </pc:sldMkLst>
        <pc:spChg chg="mod">
          <ac:chgData name="FRANCESCO ALESSANDRO PINTO" userId="S::f.pinto16@studenti.unisa.it::e647daa0-8c8c-43db-a63e-434c81645a35" providerId="AD" clId="Web-{8AA5AB63-1E48-8B9A-0B01-55F7FFECCA97}" dt="2025-06-11T15:30:29.535" v="116" actId="20577"/>
          <ac:spMkLst>
            <pc:docMk/>
            <pc:sldMk cId="746687068" sldId="296"/>
            <ac:spMk id="219" creationId="{373ECF66-CFD8-3A64-F6D9-CE09F6E2A01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4.491" v="115" actId="20577"/>
        <pc:sldMkLst>
          <pc:docMk/>
          <pc:sldMk cId="1373631670" sldId="297"/>
        </pc:sldMkLst>
        <pc:spChg chg="mod">
          <ac:chgData name="FRANCESCO ALESSANDRO PINTO" userId="S::f.pinto16@studenti.unisa.it::e647daa0-8c8c-43db-a63e-434c81645a35" providerId="AD" clId="Web-{8AA5AB63-1E48-8B9A-0B01-55F7FFECCA97}" dt="2025-06-11T15:30:24.491" v="115" actId="20577"/>
          <ac:spMkLst>
            <pc:docMk/>
            <pc:sldMk cId="1373631670" sldId="297"/>
            <ac:spMk id="219" creationId="{2081F831-DAFD-5641-9865-B252AA4221A3}"/>
          </ac:spMkLst>
        </pc:spChg>
      </pc:sldChg>
      <pc:sldChg chg="add replId">
        <pc:chgData name="FRANCESCO ALESSANDRO PINTO" userId="S::f.pinto16@studenti.unisa.it::e647daa0-8c8c-43db-a63e-434c81645a35" providerId="AD" clId="Web-{8AA5AB63-1E48-8B9A-0B01-55F7FFECCA97}" dt="2025-06-11T15:36:58.735" v="124"/>
        <pc:sldMkLst>
          <pc:docMk/>
          <pc:sldMk cId="3880054053" sldId="349"/>
        </pc:sldMkLst>
      </pc:sldChg>
    </pc:docChg>
  </pc:docChgLst>
  <pc:docChgLst>
    <pc:chgData name="FRANCESCO MARIA TORINO" userId="S::f.torino1@studenti.unisa.it::34a0d49b-5219-4775-9879-2b7012d14a9a" providerId="AD" clId="Web-{DF453308-A533-9991-6CC1-6AA40A9925FA}"/>
    <pc:docChg chg="modSld">
      <pc:chgData name="FRANCESCO MARIA TORINO" userId="S::f.torino1@studenti.unisa.it::34a0d49b-5219-4775-9879-2b7012d14a9a" providerId="AD" clId="Web-{DF453308-A533-9991-6CC1-6AA40A9925FA}" dt="2025-06-06T10:09:57.647" v="3" actId="20577"/>
      <pc:docMkLst>
        <pc:docMk/>
      </pc:docMkLst>
      <pc:sldChg chg="modSp">
        <pc:chgData name="FRANCESCO MARIA TORINO" userId="S::f.torino1@studenti.unisa.it::34a0d49b-5219-4775-9879-2b7012d14a9a" providerId="AD" clId="Web-{DF453308-A533-9991-6CC1-6AA40A9925FA}" dt="2025-06-06T10:09:57.647" v="3" actId="20577"/>
        <pc:sldMkLst>
          <pc:docMk/>
          <pc:sldMk cId="0" sldId="256"/>
        </pc:sldMkLst>
        <pc:spChg chg="mod">
          <ac:chgData name="FRANCESCO MARIA TORINO" userId="S::f.torino1@studenti.unisa.it::34a0d49b-5219-4775-9879-2b7012d14a9a" providerId="AD" clId="Web-{DF453308-A533-9991-6CC1-6AA40A9925FA}" dt="2025-06-06T10:09:57.647" v="3" actId="20577"/>
          <ac:spMkLst>
            <pc:docMk/>
            <pc:sldMk cId="0" sldId="256"/>
            <ac:spMk id="103" creationId="{00000000-0000-0000-0000-000000000000}"/>
          </ac:spMkLst>
        </pc:spChg>
      </pc:sldChg>
    </pc:docChg>
  </pc:docChgLst>
  <pc:docChgLst>
    <pc:chgData name="FRANCESCO MARIA TORINO" userId="S::f.torino1@studenti.unisa.it::34a0d49b-5219-4775-9879-2b7012d14a9a" providerId="AD" clId="Web-{7C257E48-828D-628A-08BC-EB696EB650AC}"/>
    <pc:docChg chg="addSld delSld modSld">
      <pc:chgData name="FRANCESCO MARIA TORINO" userId="S::f.torino1@studenti.unisa.it::34a0d49b-5219-4775-9879-2b7012d14a9a" providerId="AD" clId="Web-{7C257E48-828D-628A-08BC-EB696EB650AC}" dt="2025-06-06T10:08:48.825" v="15" actId="1076"/>
      <pc:docMkLst>
        <pc:docMk/>
      </pc:docMkLst>
      <pc:sldChg chg="modSp add del">
        <pc:chgData name="FRANCESCO MARIA TORINO" userId="S::f.torino1@studenti.unisa.it::34a0d49b-5219-4775-9879-2b7012d14a9a" providerId="AD" clId="Web-{7C257E48-828D-628A-08BC-EB696EB650AC}" dt="2025-06-06T10:08:48.825" v="15" actId="1076"/>
        <pc:sldMkLst>
          <pc:docMk/>
          <pc:sldMk cId="0" sldId="257"/>
        </pc:sldMkLst>
        <pc:spChg chg="mod">
          <ac:chgData name="FRANCESCO MARIA TORINO" userId="S::f.torino1@studenti.unisa.it::34a0d49b-5219-4775-9879-2b7012d14a9a" providerId="AD" clId="Web-{7C257E48-828D-628A-08BC-EB696EB650AC}" dt="2025-06-06T10:08:48.825" v="15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S::f.torino1@studenti.unisa.it::34a0d49b-5219-4775-9879-2b7012d14a9a" providerId="AD" clId="Web-{7C257E48-828D-628A-08BC-EB696EB650AC}" dt="2025-06-06T10:08:35.247" v="12" actId="1076"/>
          <ac:spMkLst>
            <pc:docMk/>
            <pc:sldMk cId="0" sldId="257"/>
            <ac:spMk id="123" creationId="{00000000-0000-0000-0000-000000000000}"/>
          </ac:spMkLst>
        </pc:spChg>
      </pc:sldChg>
    </pc:docChg>
  </pc:docChgLst>
  <pc:docChgLst>
    <pc:chgData name="FRANCESCO MARIA TORINO" userId="34a0d49b-5219-4775-9879-2b7012d14a9a" providerId="ADAL" clId="{B379B686-9918-404B-ABDD-2BD9E1995F04}"/>
    <pc:docChg chg="undo custSel addSld delSld modSld sldOrd modMainMaster">
      <pc:chgData name="FRANCESCO MARIA TORINO" userId="34a0d49b-5219-4775-9879-2b7012d14a9a" providerId="ADAL" clId="{B379B686-9918-404B-ABDD-2BD9E1995F04}" dt="2025-05-26T07:31:07.063" v="2966" actId="20577"/>
      <pc:docMkLst>
        <pc:docMk/>
      </pc:docMkLst>
      <pc:sldChg chg="addSp delSp 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6"/>
        </pc:sldMkLst>
        <pc:spChg chg="mod">
          <ac:chgData name="FRANCESCO MARIA TORINO" userId="34a0d49b-5219-4775-9879-2b7012d14a9a" providerId="ADAL" clId="{B379B686-9918-404B-ABDD-2BD9E1995F04}" dt="2025-05-23T06:09:54.222" v="1028" actId="20577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FRANCESCO MARIA TORINO" userId="34a0d49b-5219-4775-9879-2b7012d14a9a" providerId="ADAL" clId="{B379B686-9918-404B-ABDD-2BD9E1995F04}" dt="2025-05-23T06:02:57.610" v="1026" actId="20577"/>
          <ac:spMkLst>
            <pc:docMk/>
            <pc:sldMk cId="0" sldId="256"/>
            <ac:spMk id="104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7"/>
        </pc:sldMkLst>
        <pc:spChg chg="mod">
          <ac:chgData name="FRANCESCO MARIA TORINO" userId="34a0d49b-5219-4775-9879-2b7012d14a9a" providerId="ADAL" clId="{B379B686-9918-404B-ABDD-2BD9E1995F04}" dt="2025-05-23T06:09:58.913" v="1031" actId="20577"/>
          <ac:spMkLst>
            <pc:docMk/>
            <pc:sldMk cId="0" sldId="257"/>
            <ac:spMk id="116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6T07:31:07.063" v="2966" actId="20577"/>
        <pc:sldMkLst>
          <pc:docMk/>
          <pc:sldMk cId="0" sldId="258"/>
        </pc:sldMkLst>
        <pc:spChg chg="mod">
          <ac:chgData name="FRANCESCO MARIA TORINO" userId="34a0d49b-5219-4775-9879-2b7012d14a9a" providerId="ADAL" clId="{B379B686-9918-404B-ABDD-2BD9E1995F04}" dt="2025-05-23T06:10:01.384" v="1032" actId="20577"/>
          <ac:spMkLst>
            <pc:docMk/>
            <pc:sldMk cId="0" sldId="258"/>
            <ac:spMk id="133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55:32.476" v="2965" actId="115"/>
        <pc:sldMkLst>
          <pc:docMk/>
          <pc:sldMk cId="0" sldId="259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0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1"/>
        </pc:sldMkLst>
      </pc:sldChg>
      <pc:sldChg chg="modSp mod modTransition setBg">
        <pc:chgData name="FRANCESCO MARIA TORINO" userId="34a0d49b-5219-4775-9879-2b7012d14a9a" providerId="ADAL" clId="{B379B686-9918-404B-ABDD-2BD9E1995F04}" dt="2025-05-25T09:20:06.954" v="2953" actId="20577"/>
        <pc:sldMkLst>
          <pc:docMk/>
          <pc:sldMk cId="0" sldId="262"/>
        </pc:sldMkLst>
      </pc:sldChg>
      <pc:sldChg chg="addSp modSp mod modTransition setBg">
        <pc:chgData name="FRANCESCO MARIA TORINO" userId="34a0d49b-5219-4775-9879-2b7012d14a9a" providerId="ADAL" clId="{B379B686-9918-404B-ABDD-2BD9E1995F04}" dt="2025-05-25T09:42:04.015" v="2962" actId="1076"/>
        <pc:sldMkLst>
          <pc:docMk/>
          <pc:sldMk cId="0" sldId="263"/>
        </pc:sldMkLst>
      </pc:sldChg>
      <pc:sldChg chg="addSp delSp modSp mod modTransition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4"/>
        </pc:sldMkLst>
      </pc:sldChg>
      <pc:sldChg chg="modSp del mod modTransition">
        <pc:chgData name="FRANCESCO MARIA TORINO" userId="34a0d49b-5219-4775-9879-2b7012d14a9a" providerId="ADAL" clId="{B379B686-9918-404B-ABDD-2BD9E1995F04}" dt="2025-05-23T10:16:10.937" v="1837" actId="2696"/>
        <pc:sldMkLst>
          <pc:docMk/>
          <pc:sldMk cId="795230077" sldId="265"/>
        </pc:sldMkLst>
      </pc:sldChg>
      <pc:sldChg chg="addSp delSp modSp add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504239801" sldId="266"/>
        </pc:sldMkLst>
      </pc:sldChg>
      <pc:sldChg chg="add del setBg">
        <pc:chgData name="FRANCESCO MARIA TORINO" userId="34a0d49b-5219-4775-9879-2b7012d14a9a" providerId="ADAL" clId="{B379B686-9918-404B-ABDD-2BD9E1995F04}" dt="2025-05-22T09:31:10.418" v="293"/>
        <pc:sldMkLst>
          <pc:docMk/>
          <pc:sldMk cId="2757119923" sldId="26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952422524" sldId="267"/>
        </pc:sldMkLst>
      </pc:sldChg>
      <pc:sldChg chg="modSp add mod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260352107" sldId="268"/>
        </pc:sldMkLst>
      </pc:sldChg>
      <pc:sldChg chg="add del setBg">
        <pc:chgData name="FRANCESCO MARIA TORINO" userId="34a0d49b-5219-4775-9879-2b7012d14a9a" providerId="ADAL" clId="{B379B686-9918-404B-ABDD-2BD9E1995F04}" dt="2025-05-22T10:08:19.375" v="720"/>
        <pc:sldMkLst>
          <pc:docMk/>
          <pc:sldMk cId="525703565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1924434611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500099326" sldId="27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138881552" sldId="271"/>
        </pc:sldMkLst>
      </pc:sldChg>
      <pc:sldChg chg="addSp delSp modSp add del mod">
        <pc:chgData name="FRANCESCO MARIA TORINO" userId="34a0d49b-5219-4775-9879-2b7012d14a9a" providerId="ADAL" clId="{B379B686-9918-404B-ABDD-2BD9E1995F04}" dt="2025-05-23T09:04:31.291" v="1414" actId="2696"/>
        <pc:sldMkLst>
          <pc:docMk/>
          <pc:sldMk cId="79269881" sldId="272"/>
        </pc:sldMkLst>
      </pc:sldChg>
      <pc:sldChg chg="add del setBg">
        <pc:chgData name="FRANCESCO MARIA TORINO" userId="34a0d49b-5219-4775-9879-2b7012d14a9a" providerId="ADAL" clId="{B379B686-9918-404B-ABDD-2BD9E1995F04}" dt="2025-05-22T10:29:31.628" v="986" actId="2696"/>
        <pc:sldMkLst>
          <pc:docMk/>
          <pc:sldMk cId="2888689665" sldId="272"/>
        </pc:sldMkLst>
      </pc:sldChg>
      <pc:sldChg chg="delSp modSp add del mod delAnim">
        <pc:chgData name="FRANCESCO MARIA TORINO" userId="34a0d49b-5219-4775-9879-2b7012d14a9a" providerId="ADAL" clId="{B379B686-9918-404B-ABDD-2BD9E1995F04}" dt="2025-05-22T10:30:34.334" v="989" actId="2696"/>
        <pc:sldMkLst>
          <pc:docMk/>
          <pc:sldMk cId="3865113122" sldId="272"/>
        </pc:sldMkLst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909470193" sldId="273"/>
        </pc:sldMkLst>
        <pc:spChg chg="mod">
          <ac:chgData name="FRANCESCO MARIA TORINO" userId="34a0d49b-5219-4775-9879-2b7012d14a9a" providerId="ADAL" clId="{B379B686-9918-404B-ABDD-2BD9E1995F04}" dt="2025-05-23T06:10:21.055" v="1037" actId="20577"/>
          <ac:spMkLst>
            <pc:docMk/>
            <pc:sldMk cId="1909470193" sldId="273"/>
            <ac:spMk id="221" creationId="{D1B0DBDA-1A42-DF8E-340A-9089DEFA5809}"/>
          </ac:spMkLst>
        </pc:spChg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831875767" sldId="274"/>
        </pc:sldMkLst>
        <pc:spChg chg="mod">
          <ac:chgData name="FRANCESCO MARIA TORINO" userId="34a0d49b-5219-4775-9879-2b7012d14a9a" providerId="ADAL" clId="{B379B686-9918-404B-ABDD-2BD9E1995F04}" dt="2025-05-23T06:10:24.108" v="1038" actId="20577"/>
          <ac:spMkLst>
            <pc:docMk/>
            <pc:sldMk cId="1831875767" sldId="274"/>
            <ac:spMk id="221" creationId="{E1182F03-E0B7-252C-BFC0-0B1D3CF904CA}"/>
          </ac:spMkLst>
        </pc:spChg>
      </pc:sldChg>
      <pc:sldChg chg="add del setBg">
        <pc:chgData name="FRANCESCO MARIA TORINO" userId="34a0d49b-5219-4775-9879-2b7012d14a9a" providerId="ADAL" clId="{B379B686-9918-404B-ABDD-2BD9E1995F04}" dt="2025-05-23T09:02:08.043" v="1356"/>
        <pc:sldMkLst>
          <pc:docMk/>
          <pc:sldMk cId="569982596" sldId="275"/>
        </pc:sldMkLst>
      </pc:sldChg>
      <pc:sldChg chg="addSp delSp modSp add del mod">
        <pc:chgData name="FRANCESCO MARIA TORINO" userId="34a0d49b-5219-4775-9879-2b7012d14a9a" providerId="ADAL" clId="{B379B686-9918-404B-ABDD-2BD9E1995F04}" dt="2025-05-25T09:08:54.949" v="2855" actId="2696"/>
        <pc:sldMkLst>
          <pc:docMk/>
          <pc:sldMk cId="2166049131" sldId="275"/>
        </pc:sldMkLst>
      </pc:sldChg>
      <pc:sldChg chg="addSp modSp add mod setBg">
        <pc:chgData name="FRANCESCO MARIA TORINO" userId="34a0d49b-5219-4775-9879-2b7012d14a9a" providerId="ADAL" clId="{B379B686-9918-404B-ABDD-2BD9E1995F04}" dt="2025-05-25T09:42:16.855" v="2964"/>
        <pc:sldMkLst>
          <pc:docMk/>
          <pc:sldMk cId="3772189574" sldId="275"/>
        </pc:sldMkLst>
      </pc:sldChg>
      <pc:sldChg chg="add del setBg">
        <pc:chgData name="FRANCESCO MARIA TORINO" userId="34a0d49b-5219-4775-9879-2b7012d14a9a" providerId="ADAL" clId="{B379B686-9918-404B-ABDD-2BD9E1995F04}" dt="2025-05-23T10:15:07.024" v="1816" actId="2696"/>
        <pc:sldMkLst>
          <pc:docMk/>
          <pc:sldMk cId="2513817839" sldId="276"/>
        </pc:sldMkLst>
      </pc:sldChg>
      <pc:sldChg chg="delSp modSp add del mod">
        <pc:chgData name="FRANCESCO MARIA TORINO" userId="34a0d49b-5219-4775-9879-2b7012d14a9a" providerId="ADAL" clId="{B379B686-9918-404B-ABDD-2BD9E1995F04}" dt="2025-05-25T09:08:40.965" v="2841" actId="2696"/>
        <pc:sldMkLst>
          <pc:docMk/>
          <pc:sldMk cId="2547258315" sldId="27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32:03.365" v="2955" actId="478"/>
        <pc:sldMkLst>
          <pc:docMk/>
          <pc:sldMk cId="3116586205" sldId="277"/>
        </pc:sldMkLst>
        <pc:spChg chg="mod">
          <ac:chgData name="FRANCESCO MARIA TORINO" userId="34a0d49b-5219-4775-9879-2b7012d14a9a" providerId="ADAL" clId="{B379B686-9918-404B-ABDD-2BD9E1995F04}" dt="2025-05-23T10:16:20.398" v="1848" actId="20577"/>
          <ac:spMkLst>
            <pc:docMk/>
            <pc:sldMk cId="3116586205" sldId="277"/>
            <ac:spMk id="3" creationId="{9971FCBD-B7C4-6D7D-5958-F3CC83073C9E}"/>
          </ac:spMkLst>
        </pc:spChg>
        <pc:spChg chg="mod">
          <ac:chgData name="FRANCESCO MARIA TORINO" userId="34a0d49b-5219-4775-9879-2b7012d14a9a" providerId="ADAL" clId="{B379B686-9918-404B-ABDD-2BD9E1995F04}" dt="2025-05-23T10:16:24.484" v="1859" actId="20577"/>
          <ac:spMkLst>
            <pc:docMk/>
            <pc:sldMk cId="3116586205" sldId="277"/>
            <ac:spMk id="236" creationId="{AA9CDC83-CBD2-E6B8-B39F-159DED4866A1}"/>
          </ac:spMkLst>
        </pc:spChg>
      </pc:sldChg>
      <pc:sldChg chg="addSp delSp modSp add del mod ord setBg delAnim">
        <pc:chgData name="FRANCESCO MARIA TORINO" userId="34a0d49b-5219-4775-9879-2b7012d14a9a" providerId="ADAL" clId="{B379B686-9918-404B-ABDD-2BD9E1995F04}" dt="2025-05-25T09:32:01.385" v="2954" actId="2696"/>
        <pc:sldMkLst>
          <pc:docMk/>
          <pc:sldMk cId="264707148" sldId="278"/>
        </pc:sldMkLst>
      </pc:sldChg>
      <pc:sldChg chg="delSp modSp add del mod delAnim">
        <pc:chgData name="FRANCESCO MARIA TORINO" userId="34a0d49b-5219-4775-9879-2b7012d14a9a" providerId="ADAL" clId="{B379B686-9918-404B-ABDD-2BD9E1995F04}" dt="2025-05-25T08:55:53.442" v="2838" actId="2696"/>
        <pc:sldMkLst>
          <pc:docMk/>
          <pc:sldMk cId="2811189572" sldId="279"/>
        </pc:sldMkLst>
      </pc:sldChg>
      <pc:sldChg chg="add del setBg">
        <pc:chgData name="FRANCESCO MARIA TORINO" userId="34a0d49b-5219-4775-9879-2b7012d14a9a" providerId="ADAL" clId="{B379B686-9918-404B-ABDD-2BD9E1995F04}" dt="2025-05-23T10:26:52.242" v="2612" actId="2696"/>
        <pc:sldMkLst>
          <pc:docMk/>
          <pc:sldMk cId="2969083919" sldId="279"/>
        </pc:sldMkLst>
      </pc:sldChg>
      <pc:sldChg chg="add del">
        <pc:chgData name="FRANCESCO MARIA TORINO" userId="34a0d49b-5219-4775-9879-2b7012d14a9a" providerId="ADAL" clId="{B379B686-9918-404B-ABDD-2BD9E1995F04}" dt="2025-05-23T10:26:58.380" v="2614" actId="2696"/>
        <pc:sldMkLst>
          <pc:docMk/>
          <pc:sldMk cId="3013469821" sldId="279"/>
        </pc:sldMkLst>
      </pc:sldChg>
      <pc:sldChg chg="add del setBg">
        <pc:chgData name="FRANCESCO MARIA TORINO" userId="34a0d49b-5219-4775-9879-2b7012d14a9a" providerId="ADAL" clId="{B379B686-9918-404B-ABDD-2BD9E1995F04}" dt="2025-05-23T11:15:17.860" v="2632" actId="2696"/>
        <pc:sldMkLst>
          <pc:docMk/>
          <pc:sldMk cId="2658937379" sldId="28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584648600" sldId="28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799825697" sldId="281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161251246" sldId="28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925494781" sldId="28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442202718" sldId="28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003845412" sldId="286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3372366951" sldId="287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401141599" sldId="288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264291606" sldId="289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552862991" sldId="29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508285006" sldId="29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666482300" sldId="29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638409052" sldId="294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871947140" sldId="29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746687068" sldId="296"/>
        </pc:sldMkLst>
      </pc:sldChg>
      <pc:sldChg chg="addSp modSp setBg">
        <pc:chgData name="FRANCESCO MARIA TORINO" userId="34a0d49b-5219-4775-9879-2b7012d14a9a" providerId="ADAL" clId="{B379B686-9918-404B-ABDD-2BD9E1995F04}" dt="2025-05-25T09:42:11.166" v="2963"/>
        <pc:sldMkLst>
          <pc:docMk/>
          <pc:sldMk cId="1373631670" sldId="297"/>
        </pc:sldMkLst>
      </pc:sldChg>
      <pc:sldMasterChg chg="setBg modSldLayout">
        <pc:chgData name="FRANCESCO MARIA TORINO" userId="34a0d49b-5219-4775-9879-2b7012d14a9a" providerId="ADAL" clId="{B379B686-9918-404B-ABDD-2BD9E1995F04}" dt="2025-05-25T09:10:20.061" v="2857"/>
        <pc:sldMasterMkLst>
          <pc:docMk/>
          <pc:sldMasterMk cId="3885317743" sldId="2147483732"/>
        </pc:sldMasterMkLst>
        <pc:sldLayoutChg chg="setBg">
          <pc:chgData name="FRANCESCO MARIA TORINO" userId="34a0d49b-5219-4775-9879-2b7012d14a9a" providerId="ADAL" clId="{B379B686-9918-404B-ABDD-2BD9E1995F04}" dt="2025-05-25T09:10:20.061" v="2857"/>
          <pc:sldLayoutMkLst>
            <pc:docMk/>
            <pc:sldMasterMk cId="3885317743" sldId="2147483732"/>
            <pc:sldLayoutMk cId="2883786330" sldId="2147483745"/>
          </pc:sldLayoutMkLst>
        </pc:sldLayoutChg>
      </pc:sldMasterChg>
    </pc:docChg>
  </pc:docChgLst>
  <pc:docChgLst>
    <pc:chgData name="FRANCESCO ALESSANDRO PINTO" userId="e647daa0-8c8c-43db-a63e-434c81645a35" providerId="ADAL" clId="{C0133827-E301-471F-BD46-E3439136E4CF}"/>
    <pc:docChg chg="undo custSel addSld delSld modSld sldOrd">
      <pc:chgData name="FRANCESCO ALESSANDRO PINTO" userId="e647daa0-8c8c-43db-a63e-434c81645a35" providerId="ADAL" clId="{C0133827-E301-471F-BD46-E3439136E4CF}" dt="2025-06-11T16:05:38.633" v="3330" actId="1076"/>
      <pc:docMkLst>
        <pc:docMk/>
      </pc:docMkLst>
      <pc:sldChg chg="addSp delSp modSp mod">
        <pc:chgData name="FRANCESCO ALESSANDRO PINTO" userId="e647daa0-8c8c-43db-a63e-434c81645a35" providerId="ADAL" clId="{C0133827-E301-471F-BD46-E3439136E4CF}" dt="2025-06-11T15:52:32.953" v="2648" actId="1037"/>
        <pc:sldMkLst>
          <pc:docMk/>
          <pc:sldMk cId="0" sldId="258"/>
        </pc:sldMkLst>
        <pc:spChg chg="add mod">
          <ac:chgData name="FRANCESCO ALESSANDRO PINTO" userId="e647daa0-8c8c-43db-a63e-434c81645a35" providerId="ADAL" clId="{C0133827-E301-471F-BD46-E3439136E4CF}" dt="2025-06-11T15:52:26.941" v="2629" actId="1038"/>
          <ac:spMkLst>
            <pc:docMk/>
            <pc:sldMk cId="0" sldId="258"/>
            <ac:spMk id="3" creationId="{EE8F8616-4135-5959-A526-ABE862D0E3E1}"/>
          </ac:spMkLst>
        </pc:spChg>
        <pc:spChg chg="add mod">
          <ac:chgData name="FRANCESCO ALESSANDRO PINTO" userId="e647daa0-8c8c-43db-a63e-434c81645a35" providerId="ADAL" clId="{C0133827-E301-471F-BD46-E3439136E4CF}" dt="2025-06-11T15:52:32.953" v="2648" actId="1037"/>
          <ac:spMkLst>
            <pc:docMk/>
            <pc:sldMk cId="0" sldId="258"/>
            <ac:spMk id="6" creationId="{67AEAA6D-643D-E837-5E4A-3047305D2277}"/>
          </ac:spMkLst>
        </pc:spChg>
        <pc:spChg chg="add mod">
          <ac:chgData name="FRANCESCO ALESSANDRO PINTO" userId="e647daa0-8c8c-43db-a63e-434c81645a35" providerId="ADAL" clId="{C0133827-E301-471F-BD46-E3439136E4CF}" dt="2025-06-11T15:51:39.807" v="2610" actId="207"/>
          <ac:spMkLst>
            <pc:docMk/>
            <pc:sldMk cId="0" sldId="258"/>
            <ac:spMk id="9" creationId="{7886E43F-209C-21F8-C380-A6AB497DDEAF}"/>
          </ac:spMkLst>
        </pc:spChg>
        <pc:spChg chg="del mod">
          <ac:chgData name="FRANCESCO ALESSANDRO PINTO" userId="e647daa0-8c8c-43db-a63e-434c81645a35" providerId="ADAL" clId="{C0133827-E301-471F-BD46-E3439136E4CF}" dt="2025-06-11T15:41:53.125" v="2516" actId="478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e647daa0-8c8c-43db-a63e-434c81645a35" providerId="ADAL" clId="{C0133827-E301-471F-BD46-E3439136E4CF}" dt="2025-06-11T15:47:33.275" v="2580" actId="1076"/>
          <ac:spMkLst>
            <pc:docMk/>
            <pc:sldMk cId="0" sldId="258"/>
            <ac:spMk id="139" creationId="{00000000-0000-0000-0000-000000000000}"/>
          </ac:spMkLst>
        </pc:spChg>
        <pc:picChg chg="mod ord">
          <ac:chgData name="FRANCESCO ALESSANDRO PINTO" userId="e647daa0-8c8c-43db-a63e-434c81645a35" providerId="ADAL" clId="{C0133827-E301-471F-BD46-E3439136E4CF}" dt="2025-06-11T15:52:29.175" v="2630" actId="1076"/>
          <ac:picMkLst>
            <pc:docMk/>
            <pc:sldMk cId="0" sldId="258"/>
            <ac:picMk id="2" creationId="{DBBAD7FE-1B64-0D5E-80E0-521DDC1E6280}"/>
          </ac:picMkLst>
        </pc:picChg>
        <pc:picChg chg="add mod ord">
          <ac:chgData name="FRANCESCO ALESSANDRO PINTO" userId="e647daa0-8c8c-43db-a63e-434c81645a35" providerId="ADAL" clId="{C0133827-E301-471F-BD46-E3439136E4CF}" dt="2025-06-11T15:52:32.953" v="2648" actId="1037"/>
          <ac:picMkLst>
            <pc:docMk/>
            <pc:sldMk cId="0" sldId="258"/>
            <ac:picMk id="5" creationId="{9E0DE860-CB10-D435-C2AD-A47EF35A1692}"/>
          </ac:picMkLst>
        </pc:picChg>
        <pc:picChg chg="add mod ord">
          <ac:chgData name="FRANCESCO ALESSANDRO PINTO" userId="e647daa0-8c8c-43db-a63e-434c81645a35" providerId="ADAL" clId="{C0133827-E301-471F-BD46-E3439136E4CF}" dt="2025-06-11T15:47:06.618" v="2572" actId="1076"/>
          <ac:picMkLst>
            <pc:docMk/>
            <pc:sldMk cId="0" sldId="258"/>
            <ac:picMk id="8" creationId="{929C5EDF-76D5-3A35-0653-099A6B379C0C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2"/>
        </pc:sldMkLst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3"/>
        </pc:sldMkLst>
      </pc:sldChg>
      <pc:sldChg chg="delSp mod">
        <pc:chgData name="FRANCESCO ALESSANDRO PINTO" userId="e647daa0-8c8c-43db-a63e-434c81645a35" providerId="ADAL" clId="{C0133827-E301-471F-BD46-E3439136E4CF}" dt="2025-06-10T15:44:52.962" v="2441" actId="478"/>
        <pc:sldMkLst>
          <pc:docMk/>
          <pc:sldMk cId="1373631670" sldId="297"/>
        </pc:sldMkLst>
      </pc:sldChg>
      <pc:sldChg chg="addSp delSp modSp mod">
        <pc:chgData name="FRANCESCO ALESSANDRO PINTO" userId="e647daa0-8c8c-43db-a63e-434c81645a35" providerId="ADAL" clId="{C0133827-E301-471F-BD46-E3439136E4CF}" dt="2025-06-11T16:05:38.633" v="3330" actId="1076"/>
        <pc:sldMkLst>
          <pc:docMk/>
          <pc:sldMk cId="1078486313" sldId="299"/>
        </pc:sldMkLst>
        <pc:spChg chg="mod">
          <ac:chgData name="FRANCESCO ALESSANDRO PINTO" userId="e647daa0-8c8c-43db-a63e-434c81645a35" providerId="ADAL" clId="{C0133827-E301-471F-BD46-E3439136E4CF}" dt="2025-06-11T16:03:08.587" v="3263" actId="20577"/>
          <ac:spMkLst>
            <pc:docMk/>
            <pc:sldMk cId="1078486313" sldId="299"/>
            <ac:spMk id="131" creationId="{64431DD0-1968-707A-B017-29DFD3B94DEC}"/>
          </ac:spMkLst>
        </pc:spChg>
        <pc:spChg chg="mod">
          <ac:chgData name="FRANCESCO ALESSANDRO PINTO" userId="e647daa0-8c8c-43db-a63e-434c81645a35" providerId="ADAL" clId="{C0133827-E301-471F-BD46-E3439136E4CF}" dt="2025-06-11T16:04:27.549" v="3325" actId="1076"/>
          <ac:spMkLst>
            <pc:docMk/>
            <pc:sldMk cId="1078486313" sldId="299"/>
            <ac:spMk id="138" creationId="{D484A0D9-49F5-670C-5DA9-78580215A00C}"/>
          </ac:spMkLst>
        </pc:spChg>
        <pc:picChg chg="del mod">
          <ac:chgData name="FRANCESCO ALESSANDRO PINTO" userId="e647daa0-8c8c-43db-a63e-434c81645a35" providerId="ADAL" clId="{C0133827-E301-471F-BD46-E3439136E4CF}" dt="2025-06-11T16:05:34.481" v="3326" actId="478"/>
          <ac:picMkLst>
            <pc:docMk/>
            <pc:sldMk cId="1078486313" sldId="299"/>
            <ac:picMk id="3" creationId="{3710073D-D059-A134-25C3-6C5A97206490}"/>
          </ac:picMkLst>
        </pc:picChg>
        <pc:picChg chg="add mod">
          <ac:chgData name="FRANCESCO ALESSANDRO PINTO" userId="e647daa0-8c8c-43db-a63e-434c81645a35" providerId="ADAL" clId="{C0133827-E301-471F-BD46-E3439136E4CF}" dt="2025-06-11T16:05:38.633" v="3330" actId="1076"/>
          <ac:picMkLst>
            <pc:docMk/>
            <pc:sldMk cId="1078486313" sldId="299"/>
            <ac:picMk id="4" creationId="{4C2A3228-9427-3323-7B88-EB6873473208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439483489" sldId="302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129929411" sldId="303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653600856" sldId="304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021551348" sldId="305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775568194" sldId="306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2896226816" sldId="307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878454640" sldId="308"/>
        </pc:sldMkLst>
      </pc:sldChg>
      <pc:sldChg chg="del ord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618289684" sldId="309"/>
        </pc:sldMkLst>
      </pc:sldChg>
      <pc:sldChg chg="addSp delSp modSp add mod">
        <pc:chgData name="FRANCESCO ALESSANDRO PINTO" userId="e647daa0-8c8c-43db-a63e-434c81645a35" providerId="ADAL" clId="{C0133827-E301-471F-BD46-E3439136E4CF}" dt="2025-06-10T14:44:24.953" v="203" actId="1076"/>
        <pc:sldMkLst>
          <pc:docMk/>
          <pc:sldMk cId="2093837706" sldId="318"/>
        </pc:sldMkLst>
        <pc:spChg chg="add mod">
          <ac:chgData name="FRANCESCO ALESSANDRO PINTO" userId="e647daa0-8c8c-43db-a63e-434c81645a35" providerId="ADAL" clId="{C0133827-E301-471F-BD46-E3439136E4CF}" dt="2025-06-10T14:32:56.106" v="61" actId="20577"/>
          <ac:spMkLst>
            <pc:docMk/>
            <pc:sldMk cId="2093837706" sldId="318"/>
            <ac:spMk id="9" creationId="{7CCB9FD4-605A-991E-B969-7CEB9E1BCFE6}"/>
          </ac:spMkLst>
        </pc:spChg>
        <pc:spChg chg="add mod">
          <ac:chgData name="FRANCESCO ALESSANDRO PINTO" userId="e647daa0-8c8c-43db-a63e-434c81645a35" providerId="ADAL" clId="{C0133827-E301-471F-BD46-E3439136E4CF}" dt="2025-06-10T14:43:28.557" v="136" actId="1076"/>
          <ac:spMkLst>
            <pc:docMk/>
            <pc:sldMk cId="2093837706" sldId="318"/>
            <ac:spMk id="26" creationId="{7F45D1A5-E899-9479-46AC-FBD2203186BE}"/>
          </ac:spMkLst>
        </pc:spChg>
        <pc:spChg chg="add mod">
          <ac:chgData name="FRANCESCO ALESSANDRO PINTO" userId="e647daa0-8c8c-43db-a63e-434c81645a35" providerId="ADAL" clId="{C0133827-E301-471F-BD46-E3439136E4CF}" dt="2025-06-10T14:43:40.276" v="155" actId="20577"/>
          <ac:spMkLst>
            <pc:docMk/>
            <pc:sldMk cId="2093837706" sldId="318"/>
            <ac:spMk id="27" creationId="{ADE2A662-E280-7E5E-C27F-A69E874238E1}"/>
          </ac:spMkLst>
        </pc:spChg>
        <pc:spChg chg="add mod">
          <ac:chgData name="FRANCESCO ALESSANDRO PINTO" userId="e647daa0-8c8c-43db-a63e-434c81645a35" providerId="ADAL" clId="{C0133827-E301-471F-BD46-E3439136E4CF}" dt="2025-06-10T14:44:04.889" v="173" actId="1076"/>
          <ac:spMkLst>
            <pc:docMk/>
            <pc:sldMk cId="2093837706" sldId="318"/>
            <ac:spMk id="28" creationId="{776876D0-7CB2-863B-FC20-858B75AB2F19}"/>
          </ac:spMkLst>
        </pc:spChg>
        <pc:spChg chg="add mod">
          <ac:chgData name="FRANCESCO ALESSANDRO PINTO" userId="e647daa0-8c8c-43db-a63e-434c81645a35" providerId="ADAL" clId="{C0133827-E301-471F-BD46-E3439136E4CF}" dt="2025-06-10T14:44:24.953" v="203" actId="1076"/>
          <ac:spMkLst>
            <pc:docMk/>
            <pc:sldMk cId="2093837706" sldId="318"/>
            <ac:spMk id="29" creationId="{573F0E02-F2F7-E7C8-50C2-E7A521785D33}"/>
          </ac:spMkLst>
        </pc:spChg>
        <pc:spChg chg="mod">
          <ac:chgData name="FRANCESCO ALESSANDRO PINTO" userId="e647daa0-8c8c-43db-a63e-434c81645a35" providerId="ADAL" clId="{C0133827-E301-471F-BD46-E3439136E4CF}" dt="2025-06-10T14:30:16.596" v="29" actId="20577"/>
          <ac:spMkLst>
            <pc:docMk/>
            <pc:sldMk cId="2093837706" sldId="318"/>
            <ac:spMk id="131" creationId="{A019F3DF-C02D-291A-62AE-6C3CB26E4D14}"/>
          </ac:spMkLst>
        </pc:sp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4" creationId="{0CBCAC01-221E-2386-F5ED-53C36D918775}"/>
          </ac:picMkLst>
        </pc:picChg>
        <pc:picChg chg="add mod">
          <ac:chgData name="FRANCESCO ALESSANDRO PINTO" userId="e647daa0-8c8c-43db-a63e-434c81645a35" providerId="ADAL" clId="{C0133827-E301-471F-BD46-E3439136E4CF}" dt="2025-06-10T14:42:34.341" v="117" actId="1076"/>
          <ac:picMkLst>
            <pc:docMk/>
            <pc:sldMk cId="2093837706" sldId="318"/>
            <ac:picMk id="6" creationId="{5E127DF7-517F-ED90-8A0A-04383A04B91B}"/>
          </ac:picMkLst>
        </pc:pic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13" creationId="{1F0FB0D7-E967-82DC-7B56-0E09ECF1F73F}"/>
          </ac:picMkLst>
        </pc:picChg>
        <pc:picChg chg="add mod">
          <ac:chgData name="FRANCESCO ALESSANDRO PINTO" userId="e647daa0-8c8c-43db-a63e-434c81645a35" providerId="ADAL" clId="{C0133827-E301-471F-BD46-E3439136E4CF}" dt="2025-06-10T14:38:24.738" v="88" actId="1076"/>
          <ac:picMkLst>
            <pc:docMk/>
            <pc:sldMk cId="2093837706" sldId="318"/>
            <ac:picMk id="19" creationId="{078C4ACD-7C93-17F6-3454-95824EEB304C}"/>
          </ac:picMkLst>
        </pc:picChg>
        <pc:picChg chg="add mod">
          <ac:chgData name="FRANCESCO ALESSANDRO PINTO" userId="e647daa0-8c8c-43db-a63e-434c81645a35" providerId="ADAL" clId="{C0133827-E301-471F-BD46-E3439136E4CF}" dt="2025-06-10T14:39:44.012" v="92" actId="1076"/>
          <ac:picMkLst>
            <pc:docMk/>
            <pc:sldMk cId="2093837706" sldId="318"/>
            <ac:picMk id="21" creationId="{61409D03-E3B3-3BA5-5CAF-2C58E19DCEC7}"/>
          </ac:picMkLst>
        </pc:picChg>
        <pc:picChg chg="add mod">
          <ac:chgData name="FRANCESCO ALESSANDRO PINTO" userId="e647daa0-8c8c-43db-a63e-434c81645a35" providerId="ADAL" clId="{C0133827-E301-471F-BD46-E3439136E4CF}" dt="2025-06-10T14:42:16.409" v="101" actId="1076"/>
          <ac:picMkLst>
            <pc:docMk/>
            <pc:sldMk cId="2093837706" sldId="318"/>
            <ac:picMk id="25" creationId="{5772914C-4305-F183-71E1-640C72DA2C92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4:49:30.683" v="509" actId="20577"/>
        <pc:sldMkLst>
          <pc:docMk/>
          <pc:sldMk cId="716788897" sldId="319"/>
        </pc:sldMkLst>
        <pc:spChg chg="add mod">
          <ac:chgData name="FRANCESCO ALESSANDRO PINTO" userId="e647daa0-8c8c-43db-a63e-434c81645a35" providerId="ADAL" clId="{C0133827-E301-471F-BD46-E3439136E4CF}" dt="2025-06-10T14:49:02.910" v="497" actId="14100"/>
          <ac:spMkLst>
            <pc:docMk/>
            <pc:sldMk cId="716788897" sldId="319"/>
            <ac:spMk id="2" creationId="{74D3EBB1-D5D6-01A1-53F2-3BDD54993878}"/>
          </ac:spMkLst>
        </pc:spChg>
        <pc:spChg chg="add mod">
          <ac:chgData name="FRANCESCO ALESSANDRO PINTO" userId="e647daa0-8c8c-43db-a63e-434c81645a35" providerId="ADAL" clId="{C0133827-E301-471F-BD46-E3439136E4CF}" dt="2025-06-10T14:48:55.771" v="496" actId="1035"/>
          <ac:spMkLst>
            <pc:docMk/>
            <pc:sldMk cId="716788897" sldId="319"/>
            <ac:spMk id="3" creationId="{588430D1-235C-8C70-6AC2-E39CE9348C4D}"/>
          </ac:spMkLst>
        </pc:spChg>
        <pc:spChg chg="mod">
          <ac:chgData name="FRANCESCO ALESSANDRO PINTO" userId="e647daa0-8c8c-43db-a63e-434c81645a35" providerId="ADAL" clId="{C0133827-E301-471F-BD46-E3439136E4CF}" dt="2025-06-10T14:49:30.683" v="509" actId="20577"/>
          <ac:spMkLst>
            <pc:docMk/>
            <pc:sldMk cId="716788897" sldId="319"/>
            <ac:spMk id="9" creationId="{639F7B85-1456-C9CD-BC83-6DDC8390FAF6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1:47.403" v="791" actId="20577"/>
        <pc:sldMkLst>
          <pc:docMk/>
          <pc:sldMk cId="1356627477" sldId="320"/>
        </pc:sldMkLst>
        <pc:spChg chg="mod">
          <ac:chgData name="FRANCESCO ALESSANDRO PINTO" userId="e647daa0-8c8c-43db-a63e-434c81645a35" providerId="ADAL" clId="{C0133827-E301-471F-BD46-E3439136E4CF}" dt="2025-06-10T14:50:21.664" v="539" actId="207"/>
          <ac:spMkLst>
            <pc:docMk/>
            <pc:sldMk cId="1356627477" sldId="320"/>
            <ac:spMk id="2" creationId="{3156D550-5828-4F41-0D92-CCE4CD7A3443}"/>
          </ac:spMkLst>
        </pc:spChg>
        <pc:spChg chg="mod">
          <ac:chgData name="FRANCESCO ALESSANDRO PINTO" userId="e647daa0-8c8c-43db-a63e-434c81645a35" providerId="ADAL" clId="{C0133827-E301-471F-BD46-E3439136E4CF}" dt="2025-06-10T14:51:47.403" v="791" actId="20577"/>
          <ac:spMkLst>
            <pc:docMk/>
            <pc:sldMk cId="1356627477" sldId="320"/>
            <ac:spMk id="3" creationId="{224468DE-AD05-C81B-0165-1C56E0933FCC}"/>
          </ac:spMkLst>
        </pc:spChg>
        <pc:spChg chg="mod">
          <ac:chgData name="FRANCESCO ALESSANDRO PINTO" userId="e647daa0-8c8c-43db-a63e-434c81645a35" providerId="ADAL" clId="{C0133827-E301-471F-BD46-E3439136E4CF}" dt="2025-06-10T14:49:42.277" v="527" actId="20577"/>
          <ac:spMkLst>
            <pc:docMk/>
            <pc:sldMk cId="1356627477" sldId="320"/>
            <ac:spMk id="9" creationId="{5F94F47F-CC48-C9C2-4F17-54C646264F6A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3:01.163" v="953" actId="20577"/>
        <pc:sldMkLst>
          <pc:docMk/>
          <pc:sldMk cId="2984909221" sldId="321"/>
        </pc:sldMkLst>
        <pc:spChg chg="mod">
          <ac:chgData name="FRANCESCO ALESSANDRO PINTO" userId="e647daa0-8c8c-43db-a63e-434c81645a35" providerId="ADAL" clId="{C0133827-E301-471F-BD46-E3439136E4CF}" dt="2025-06-10T14:53:01.163" v="953" actId="20577"/>
          <ac:spMkLst>
            <pc:docMk/>
            <pc:sldMk cId="2984909221" sldId="321"/>
            <ac:spMk id="3" creationId="{32C83371-80E5-8E70-E55F-663829FF1504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5:55.996" v="1168" actId="20577"/>
        <pc:sldMkLst>
          <pc:docMk/>
          <pc:sldMk cId="3250507969" sldId="322"/>
        </pc:sldMkLst>
        <pc:spChg chg="mod">
          <ac:chgData name="FRANCESCO ALESSANDRO PINTO" userId="e647daa0-8c8c-43db-a63e-434c81645a35" providerId="ADAL" clId="{C0133827-E301-471F-BD46-E3439136E4CF}" dt="2025-06-10T14:55:43.318" v="1130" actId="14100"/>
          <ac:spMkLst>
            <pc:docMk/>
            <pc:sldMk cId="3250507969" sldId="322"/>
            <ac:spMk id="2" creationId="{59FFCCDC-E009-AAF7-EAD7-D4A3E5295EDD}"/>
          </ac:spMkLst>
        </pc:spChg>
        <pc:spChg chg="mod">
          <ac:chgData name="FRANCESCO ALESSANDRO PINTO" userId="e647daa0-8c8c-43db-a63e-434c81645a35" providerId="ADAL" clId="{C0133827-E301-471F-BD46-E3439136E4CF}" dt="2025-06-10T14:55:55.996" v="1168" actId="20577"/>
          <ac:spMkLst>
            <pc:docMk/>
            <pc:sldMk cId="3250507969" sldId="322"/>
            <ac:spMk id="3" creationId="{CC6C6057-5130-DF2C-2676-7B57B7145886}"/>
          </ac:spMkLst>
        </pc:spChg>
        <pc:spChg chg="mod">
          <ac:chgData name="FRANCESCO ALESSANDRO PINTO" userId="e647daa0-8c8c-43db-a63e-434c81645a35" providerId="ADAL" clId="{C0133827-E301-471F-BD46-E3439136E4CF}" dt="2025-06-10T14:53:22.558" v="975" actId="20577"/>
          <ac:spMkLst>
            <pc:docMk/>
            <pc:sldMk cId="3250507969" sldId="322"/>
            <ac:spMk id="9" creationId="{088D92E5-C62D-5F62-F258-56C9ACB328EE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9:05.009" v="1321" actId="207"/>
        <pc:sldMkLst>
          <pc:docMk/>
          <pc:sldMk cId="2024422872" sldId="323"/>
        </pc:sldMkLst>
        <pc:spChg chg="mod">
          <ac:chgData name="FRANCESCO ALESSANDRO PINTO" userId="e647daa0-8c8c-43db-a63e-434c81645a35" providerId="ADAL" clId="{C0133827-E301-471F-BD46-E3439136E4CF}" dt="2025-06-10T14:59:05.009" v="1321" actId="207"/>
          <ac:spMkLst>
            <pc:docMk/>
            <pc:sldMk cId="2024422872" sldId="323"/>
            <ac:spMk id="2" creationId="{E6BEA8CF-AB55-A024-0228-16759F2AF030}"/>
          </ac:spMkLst>
        </pc:spChg>
        <pc:spChg chg="mod">
          <ac:chgData name="FRANCESCO ALESSANDRO PINTO" userId="e647daa0-8c8c-43db-a63e-434c81645a35" providerId="ADAL" clId="{C0133827-E301-471F-BD46-E3439136E4CF}" dt="2025-06-10T14:58:56.309" v="1320" actId="20577"/>
          <ac:spMkLst>
            <pc:docMk/>
            <pc:sldMk cId="2024422872" sldId="323"/>
            <ac:spMk id="3" creationId="{4F70B0D8-CCCA-C452-ADB0-A9107886EDA1}"/>
          </ac:spMkLst>
        </pc:spChg>
        <pc:spChg chg="mod">
          <ac:chgData name="FRANCESCO ALESSANDRO PINTO" userId="e647daa0-8c8c-43db-a63e-434c81645a35" providerId="ADAL" clId="{C0133827-E301-471F-BD46-E3439136E4CF}" dt="2025-06-10T14:57:13.533" v="1197" actId="20577"/>
          <ac:spMkLst>
            <pc:docMk/>
            <pc:sldMk cId="2024422872" sldId="323"/>
            <ac:spMk id="9" creationId="{09CCBB64-96BC-A12B-D268-96B4132CF352}"/>
          </ac:spMkLst>
        </pc:spChg>
      </pc:sldChg>
      <pc:sldChg chg="addSp delSp modSp add mod">
        <pc:chgData name="FRANCESCO ALESSANDRO PINTO" userId="e647daa0-8c8c-43db-a63e-434c81645a35" providerId="ADAL" clId="{C0133827-E301-471F-BD46-E3439136E4CF}" dt="2025-06-10T15:07:27.797" v="1695" actId="1076"/>
        <pc:sldMkLst>
          <pc:docMk/>
          <pc:sldMk cId="1087032816" sldId="324"/>
        </pc:sldMkLst>
        <pc:spChg chg="add mod">
          <ac:chgData name="FRANCESCO ALESSANDRO PINTO" userId="e647daa0-8c8c-43db-a63e-434c81645a35" providerId="ADAL" clId="{C0133827-E301-471F-BD46-E3439136E4CF}" dt="2025-06-10T15:07:24.756" v="1694" actId="207"/>
          <ac:spMkLst>
            <pc:docMk/>
            <pc:sldMk cId="1087032816" sldId="324"/>
            <ac:spMk id="5" creationId="{93CD8194-860D-4E3C-5008-BFAF4227DB57}"/>
          </ac:spMkLst>
        </pc:spChg>
        <pc:spChg chg="mod">
          <ac:chgData name="FRANCESCO ALESSANDRO PINTO" userId="e647daa0-8c8c-43db-a63e-434c81645a35" providerId="ADAL" clId="{C0133827-E301-471F-BD46-E3439136E4CF}" dt="2025-06-10T15:03:35.077" v="1369" actId="1076"/>
          <ac:spMkLst>
            <pc:docMk/>
            <pc:sldMk cId="1087032816" sldId="324"/>
            <ac:spMk id="9" creationId="{552AF42D-7873-5D7B-FF1C-F814AB6715B4}"/>
          </ac:spMkLst>
        </pc:spChg>
        <pc:spChg chg="mod ord">
          <ac:chgData name="FRANCESCO ALESSANDRO PINTO" userId="e647daa0-8c8c-43db-a63e-434c81645a35" providerId="ADAL" clId="{C0133827-E301-471F-BD46-E3439136E4CF}" dt="2025-06-10T15:07:04.485" v="1693" actId="1038"/>
          <ac:spMkLst>
            <pc:docMk/>
            <pc:sldMk cId="1087032816" sldId="324"/>
            <ac:spMk id="27" creationId="{B4C6BF7F-A122-5F75-860A-C5397DAD3870}"/>
          </ac:spMkLst>
        </pc:spChg>
        <pc:picChg chg="add mod">
          <ac:chgData name="FRANCESCO ALESSANDRO PINTO" userId="e647daa0-8c8c-43db-a63e-434c81645a35" providerId="ADAL" clId="{C0133827-E301-471F-BD46-E3439136E4CF}" dt="2025-06-10T15:07:27.797" v="1695" actId="1076"/>
          <ac:picMkLst>
            <pc:docMk/>
            <pc:sldMk cId="1087032816" sldId="324"/>
            <ac:picMk id="8" creationId="{B5526FD0-D266-8245-BE31-8349B79CA37F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16:22.059" v="1929" actId="14100"/>
        <pc:sldMkLst>
          <pc:docMk/>
          <pc:sldMk cId="1084951957" sldId="325"/>
        </pc:sldMkLst>
        <pc:spChg chg="add mod">
          <ac:chgData name="FRANCESCO ALESSANDRO PINTO" userId="e647daa0-8c8c-43db-a63e-434c81645a35" providerId="ADAL" clId="{C0133827-E301-471F-BD46-E3439136E4CF}" dt="2025-06-10T15:16:22.059" v="1929" actId="14100"/>
          <ac:spMkLst>
            <pc:docMk/>
            <pc:sldMk cId="1084951957" sldId="325"/>
            <ac:spMk id="5" creationId="{6E9D2FAD-1234-8560-4048-23AD02002D90}"/>
          </ac:spMkLst>
        </pc:spChg>
        <pc:spChg chg="mod">
          <ac:chgData name="FRANCESCO ALESSANDRO PINTO" userId="e647daa0-8c8c-43db-a63e-434c81645a35" providerId="ADAL" clId="{C0133827-E301-471F-BD46-E3439136E4CF}" dt="2025-06-10T15:09:54.991" v="1727" actId="20577"/>
          <ac:spMkLst>
            <pc:docMk/>
            <pc:sldMk cId="1084951957" sldId="325"/>
            <ac:spMk id="131" creationId="{6DA28496-23E9-F867-74B9-7B8EE7C066F5}"/>
          </ac:spMkLst>
        </pc:spChg>
        <pc:spChg chg="mod">
          <ac:chgData name="FRANCESCO ALESSANDRO PINTO" userId="e647daa0-8c8c-43db-a63e-434c81645a35" providerId="ADAL" clId="{C0133827-E301-471F-BD46-E3439136E4CF}" dt="2025-06-10T15:13:12.373" v="1756" actId="1076"/>
          <ac:spMkLst>
            <pc:docMk/>
            <pc:sldMk cId="1084951957" sldId="325"/>
            <ac:spMk id="139" creationId="{A2FF8C00-182D-C289-C09F-0D890E7D849C}"/>
          </ac:spMkLst>
        </pc:spChg>
        <pc:picChg chg="add mod">
          <ac:chgData name="FRANCESCO ALESSANDRO PINTO" userId="e647daa0-8c8c-43db-a63e-434c81645a35" providerId="ADAL" clId="{C0133827-E301-471F-BD46-E3439136E4CF}" dt="2025-06-10T15:15:05.409" v="1821" actId="1076"/>
          <ac:picMkLst>
            <pc:docMk/>
            <pc:sldMk cId="1084951957" sldId="325"/>
            <ac:picMk id="4" creationId="{AEFDDB49-FA28-44E3-E2B2-E2C524C1C279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18:59.340" v="2044" actId="207"/>
        <pc:sldMkLst>
          <pc:docMk/>
          <pc:sldMk cId="147955076" sldId="326"/>
        </pc:sldMkLst>
        <pc:spChg chg="mod">
          <ac:chgData name="FRANCESCO ALESSANDRO PINTO" userId="e647daa0-8c8c-43db-a63e-434c81645a35" providerId="ADAL" clId="{C0133827-E301-471F-BD46-E3439136E4CF}" dt="2025-06-10T15:17:02.603" v="1936" actId="1076"/>
          <ac:spMkLst>
            <pc:docMk/>
            <pc:sldMk cId="147955076" sldId="326"/>
            <ac:spMk id="5" creationId="{A74D0E70-7513-238C-AD2E-7C207D63C337}"/>
          </ac:spMkLst>
        </pc:spChg>
        <pc:spChg chg="add mod">
          <ac:chgData name="FRANCESCO ALESSANDRO PINTO" userId="e647daa0-8c8c-43db-a63e-434c81645a35" providerId="ADAL" clId="{C0133827-E301-471F-BD46-E3439136E4CF}" dt="2025-06-10T15:18:59.340" v="2044" actId="207"/>
          <ac:spMkLst>
            <pc:docMk/>
            <pc:sldMk cId="147955076" sldId="326"/>
            <ac:spMk id="6" creationId="{628E84AF-8E94-5DA0-E400-287E85070D7C}"/>
          </ac:spMkLst>
        </pc:spChg>
        <pc:picChg chg="add mod">
          <ac:chgData name="FRANCESCO ALESSANDRO PINTO" userId="e647daa0-8c8c-43db-a63e-434c81645a35" providerId="ADAL" clId="{C0133827-E301-471F-BD46-E3439136E4CF}" dt="2025-06-10T15:17:49.125" v="1944" actId="1076"/>
          <ac:picMkLst>
            <pc:docMk/>
            <pc:sldMk cId="147955076" sldId="326"/>
            <ac:picMk id="3" creationId="{4A899FAE-2953-0E1F-EA81-C1B7165859B5}"/>
          </ac:picMkLst>
        </pc:picChg>
        <pc:picChg chg="mod ord">
          <ac:chgData name="FRANCESCO ALESSANDRO PINTO" userId="e647daa0-8c8c-43db-a63e-434c81645a35" providerId="ADAL" clId="{C0133827-E301-471F-BD46-E3439136E4CF}" dt="2025-06-10T15:17:15.840" v="1939" actId="1076"/>
          <ac:picMkLst>
            <pc:docMk/>
            <pc:sldMk cId="147955076" sldId="326"/>
            <ac:picMk id="4" creationId="{CC423D12-423C-A2A4-259B-4390C4183266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22:14.894" v="2109" actId="207"/>
        <pc:sldMkLst>
          <pc:docMk/>
          <pc:sldMk cId="1609887923" sldId="327"/>
        </pc:sldMkLst>
        <pc:spChg chg="mod">
          <ac:chgData name="FRANCESCO ALESSANDRO PINTO" userId="e647daa0-8c8c-43db-a63e-434c81645a35" providerId="ADAL" clId="{C0133827-E301-471F-BD46-E3439136E4CF}" dt="2025-06-10T15:20:07.961" v="2056" actId="1076"/>
          <ac:spMkLst>
            <pc:docMk/>
            <pc:sldMk cId="1609887923" sldId="327"/>
            <ac:spMk id="6" creationId="{04E49CAE-947D-FE56-F81C-425AE5770598}"/>
          </ac:spMkLst>
        </pc:spChg>
        <pc:spChg chg="add mod">
          <ac:chgData name="FRANCESCO ALESSANDRO PINTO" userId="e647daa0-8c8c-43db-a63e-434c81645a35" providerId="ADAL" clId="{C0133827-E301-471F-BD46-E3439136E4CF}" dt="2025-06-10T15:22:14.894" v="2109" actId="207"/>
          <ac:spMkLst>
            <pc:docMk/>
            <pc:sldMk cId="1609887923" sldId="327"/>
            <ac:spMk id="8" creationId="{BBB8D8CF-84D8-543D-F987-8D7266BEFF37}"/>
          </ac:spMkLst>
        </pc:spChg>
        <pc:picChg chg="mod ord">
          <ac:chgData name="FRANCESCO ALESSANDRO PINTO" userId="e647daa0-8c8c-43db-a63e-434c81645a35" providerId="ADAL" clId="{C0133827-E301-471F-BD46-E3439136E4CF}" dt="2025-06-10T15:20:13.300" v="2057" actId="1076"/>
          <ac:picMkLst>
            <pc:docMk/>
            <pc:sldMk cId="1609887923" sldId="327"/>
            <ac:picMk id="3" creationId="{03916DF5-1C90-2F5C-7B7F-5912FC0D50B4}"/>
          </ac:picMkLst>
        </pc:picChg>
        <pc:picChg chg="add mod">
          <ac:chgData name="FRANCESCO ALESSANDRO PINTO" userId="e647daa0-8c8c-43db-a63e-434c81645a35" providerId="ADAL" clId="{C0133827-E301-471F-BD46-E3439136E4CF}" dt="2025-06-10T15:21:50.926" v="2108" actId="1076"/>
          <ac:picMkLst>
            <pc:docMk/>
            <pc:sldMk cId="1609887923" sldId="327"/>
            <ac:picMk id="7" creationId="{87BF1828-4AB9-1D49-F330-F61DA73E3E44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35:24.058" v="2207" actId="207"/>
        <pc:sldMkLst>
          <pc:docMk/>
          <pc:sldMk cId="3719271933" sldId="328"/>
        </pc:sldMkLst>
        <pc:spChg chg="add mod">
          <ac:chgData name="FRANCESCO ALESSANDRO PINTO" userId="e647daa0-8c8c-43db-a63e-434c81645a35" providerId="ADAL" clId="{C0133827-E301-471F-BD46-E3439136E4CF}" dt="2025-06-10T15:25:56.860" v="2161" actId="1076"/>
          <ac:spMkLst>
            <pc:docMk/>
            <pc:sldMk cId="3719271933" sldId="328"/>
            <ac:spMk id="2" creationId="{F357019A-7165-6540-F774-F7A583345407}"/>
          </ac:spMkLst>
        </pc:spChg>
        <pc:spChg chg="mod">
          <ac:chgData name="FRANCESCO ALESSANDRO PINTO" userId="e647daa0-8c8c-43db-a63e-434c81645a35" providerId="ADAL" clId="{C0133827-E301-471F-BD46-E3439136E4CF}" dt="2025-06-10T15:35:24.058" v="2207" actId="207"/>
          <ac:spMkLst>
            <pc:docMk/>
            <pc:sldMk cId="3719271933" sldId="328"/>
            <ac:spMk id="5" creationId="{46CCB4B1-FEB5-8583-7106-AD30DBB6D24B}"/>
          </ac:spMkLst>
        </pc:spChg>
        <pc:spChg chg="mod">
          <ac:chgData name="FRANCESCO ALESSANDRO PINTO" userId="e647daa0-8c8c-43db-a63e-434c81645a35" providerId="ADAL" clId="{C0133827-E301-471F-BD46-E3439136E4CF}" dt="2025-06-10T15:26:07.238" v="2163" actId="1076"/>
          <ac:spMkLst>
            <pc:docMk/>
            <pc:sldMk cId="3719271933" sldId="328"/>
            <ac:spMk id="8" creationId="{D81127D1-D8CE-9954-0C21-0DEA08D4C524}"/>
          </ac:spMkLst>
        </pc:spChg>
        <pc:spChg chg="add mod">
          <ac:chgData name="FRANCESCO ALESSANDRO PINTO" userId="e647daa0-8c8c-43db-a63e-434c81645a35" providerId="ADAL" clId="{C0133827-E301-471F-BD46-E3439136E4CF}" dt="2025-06-10T15:25:58.929" v="2162" actId="1076"/>
          <ac:spMkLst>
            <pc:docMk/>
            <pc:sldMk cId="3719271933" sldId="328"/>
            <ac:spMk id="9" creationId="{2596BF3A-129B-AB5F-9CCB-CE334B442D9D}"/>
          </ac:spMkLst>
        </pc:spChg>
        <pc:spChg chg="add mod">
          <ac:chgData name="FRANCESCO ALESSANDRO PINTO" userId="e647daa0-8c8c-43db-a63e-434c81645a35" providerId="ADAL" clId="{C0133827-E301-471F-BD46-E3439136E4CF}" dt="2025-06-10T15:28:06.884" v="2185" actId="20577"/>
          <ac:spMkLst>
            <pc:docMk/>
            <pc:sldMk cId="3719271933" sldId="328"/>
            <ac:spMk id="20" creationId="{6DC9BF78-745C-D9BF-FAD6-5C79DABFECBC}"/>
          </ac:spMkLst>
        </pc:spChg>
        <pc:spChg chg="add mod">
          <ac:chgData name="FRANCESCO ALESSANDRO PINTO" userId="e647daa0-8c8c-43db-a63e-434c81645a35" providerId="ADAL" clId="{C0133827-E301-471F-BD46-E3439136E4CF}" dt="2025-06-10T15:28:16.843" v="2187" actId="1076"/>
          <ac:spMkLst>
            <pc:docMk/>
            <pc:sldMk cId="3719271933" sldId="328"/>
            <ac:spMk id="21" creationId="{8B245CCC-8F57-78B8-413D-945D48FF4FDB}"/>
          </ac:spMkLst>
        </pc:spChg>
        <pc:spChg chg="add mod">
          <ac:chgData name="FRANCESCO ALESSANDRO PINTO" userId="e647daa0-8c8c-43db-a63e-434c81645a35" providerId="ADAL" clId="{C0133827-E301-471F-BD46-E3439136E4CF}" dt="2025-06-10T15:28:28.999" v="2195" actId="20577"/>
          <ac:spMkLst>
            <pc:docMk/>
            <pc:sldMk cId="3719271933" sldId="328"/>
            <ac:spMk id="22" creationId="{CB6F45EA-041B-3F61-1F2F-DB9FE3DFF377}"/>
          </ac:spMkLst>
        </pc:spChg>
        <pc:spChg chg="add mod">
          <ac:chgData name="FRANCESCO ALESSANDRO PINTO" userId="e647daa0-8c8c-43db-a63e-434c81645a35" providerId="ADAL" clId="{C0133827-E301-471F-BD46-E3439136E4CF}" dt="2025-06-10T15:28:42.313" v="2197" actId="1076"/>
          <ac:spMkLst>
            <pc:docMk/>
            <pc:sldMk cId="3719271933" sldId="328"/>
            <ac:spMk id="23" creationId="{61178E54-F4FB-4925-BF0D-192CFFC7B38A}"/>
          </ac:spMkLst>
        </pc:spChg>
        <pc:picChg chg="mod ord">
          <ac:chgData name="FRANCESCO ALESSANDRO PINTO" userId="e647daa0-8c8c-43db-a63e-434c81645a35" providerId="ADAL" clId="{C0133827-E301-471F-BD46-E3439136E4CF}" dt="2025-06-10T15:27:21.846" v="2174" actId="14100"/>
          <ac:picMkLst>
            <pc:docMk/>
            <pc:sldMk cId="3719271933" sldId="328"/>
            <ac:picMk id="7" creationId="{8787577A-E4FB-3250-7DE2-25C31B23F675}"/>
          </ac:picMkLst>
        </pc:picChg>
        <pc:cxnChg chg="add mod">
          <ac:chgData name="FRANCESCO ALESSANDRO PINTO" userId="e647daa0-8c8c-43db-a63e-434c81645a35" providerId="ADAL" clId="{C0133827-E301-471F-BD46-E3439136E4CF}" dt="2025-06-10T15:26:24.144" v="2166" actId="13822"/>
          <ac:cxnSpMkLst>
            <pc:docMk/>
            <pc:sldMk cId="3719271933" sldId="328"/>
            <ac:cxnSpMk id="11" creationId="{7D530E52-81EF-A743-A743-D38925BA1436}"/>
          </ac:cxnSpMkLst>
        </pc:cxnChg>
        <pc:cxnChg chg="add mod">
          <ac:chgData name="FRANCESCO ALESSANDRO PINTO" userId="e647daa0-8c8c-43db-a63e-434c81645a35" providerId="ADAL" clId="{C0133827-E301-471F-BD46-E3439136E4CF}" dt="2025-06-10T15:27:01.479" v="2171" actId="13822"/>
          <ac:cxnSpMkLst>
            <pc:docMk/>
            <pc:sldMk cId="3719271933" sldId="328"/>
            <ac:cxnSpMk id="15" creationId="{04AB8DDD-FA2E-8218-D105-4D727551CFFE}"/>
          </ac:cxnSpMkLst>
        </pc:cxnChg>
        <pc:cxnChg chg="add mod">
          <ac:chgData name="FRANCESCO ALESSANDRO PINTO" userId="e647daa0-8c8c-43db-a63e-434c81645a35" providerId="ADAL" clId="{C0133827-E301-471F-BD46-E3439136E4CF}" dt="2025-06-10T15:27:12.330" v="2173" actId="13822"/>
          <ac:cxnSpMkLst>
            <pc:docMk/>
            <pc:sldMk cId="3719271933" sldId="328"/>
            <ac:cxnSpMk id="17" creationId="{F8741221-0068-7AB9-6282-0121627B7350}"/>
          </ac:cxnSpMkLst>
        </pc:cxnChg>
        <pc:cxnChg chg="add mod">
          <ac:chgData name="FRANCESCO ALESSANDRO PINTO" userId="e647daa0-8c8c-43db-a63e-434c81645a35" providerId="ADAL" clId="{C0133827-E301-471F-BD46-E3439136E4CF}" dt="2025-06-10T15:27:44.883" v="2176" actId="13822"/>
          <ac:cxnSpMkLst>
            <pc:docMk/>
            <pc:sldMk cId="3719271933" sldId="328"/>
            <ac:cxnSpMk id="19" creationId="{199AB9B3-2630-82C0-3DBB-F8746EE33FCF}"/>
          </ac:cxnSpMkLst>
        </pc:cxnChg>
      </pc:sldChg>
      <pc:sldChg chg="addSp delSp modSp add mod">
        <pc:chgData name="FRANCESCO ALESSANDRO PINTO" userId="e647daa0-8c8c-43db-a63e-434c81645a35" providerId="ADAL" clId="{C0133827-E301-471F-BD46-E3439136E4CF}" dt="2025-06-10T15:43:51.259" v="2438" actId="113"/>
        <pc:sldMkLst>
          <pc:docMk/>
          <pc:sldMk cId="1117809272" sldId="329"/>
        </pc:sldMkLst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3" creationId="{F9C85F79-AC60-D1F6-5747-AF9355DBD77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6" creationId="{DF9808D8-77E3-FDFF-B8F7-2FB1F1D202D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8" creationId="{0794D302-7522-D359-CC23-F76593B33284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24" creationId="{63823307-66F3-9820-7F76-86BB65E59BD1}"/>
          </ac:spMkLst>
        </pc:spChg>
        <pc:spChg chg="add mod">
          <ac:chgData name="FRANCESCO ALESSANDRO PINTO" userId="e647daa0-8c8c-43db-a63e-434c81645a35" providerId="ADAL" clId="{C0133827-E301-471F-BD46-E3439136E4CF}" dt="2025-06-10T15:43:46.407" v="2437" actId="1076"/>
          <ac:spMkLst>
            <pc:docMk/>
            <pc:sldMk cId="1117809272" sldId="329"/>
            <ac:spMk id="25" creationId="{3A26001F-00F8-CBD2-ABE3-525052CD7CEA}"/>
          </ac:spMkLst>
        </pc:spChg>
        <pc:spChg chg="mod">
          <ac:chgData name="FRANCESCO ALESSANDRO PINTO" userId="e647daa0-8c8c-43db-a63e-434c81645a35" providerId="ADAL" clId="{C0133827-E301-471F-BD46-E3439136E4CF}" dt="2025-06-10T15:43:51.259" v="2438" actId="113"/>
          <ac:spMkLst>
            <pc:docMk/>
            <pc:sldMk cId="1117809272" sldId="329"/>
            <ac:spMk id="139" creationId="{25296091-5E4F-125B-243D-4BA39B771DD6}"/>
          </ac:spMkLst>
        </pc:sp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2" creationId="{9C550538-4DFD-5BCD-7007-1B40E2C9E919}"/>
          </ac:picMkLst>
        </pc:pic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4" creationId="{B6604788-A78A-161E-CC72-0D7F4EDD6BF4}"/>
          </ac:picMkLst>
        </pc:picChg>
        <pc:picChg chg="add mod">
          <ac:chgData name="FRANCESCO ALESSANDRO PINTO" userId="e647daa0-8c8c-43db-a63e-434c81645a35" providerId="ADAL" clId="{C0133827-E301-471F-BD46-E3439136E4CF}" dt="2025-06-10T15:41:51.747" v="2327" actId="1076"/>
          <ac:picMkLst>
            <pc:docMk/>
            <pc:sldMk cId="1117809272" sldId="329"/>
            <ac:picMk id="1026" creationId="{09A3BFB0-3E7B-3203-AEDF-F9A13BA94AC8}"/>
          </ac:picMkLst>
        </pc:picChg>
        <pc:picChg chg="add mod">
          <ac:chgData name="FRANCESCO ALESSANDRO PINTO" userId="e647daa0-8c8c-43db-a63e-434c81645a35" providerId="ADAL" clId="{C0133827-E301-471F-BD46-E3439136E4CF}" dt="2025-06-10T15:42:16.794" v="2334" actId="1076"/>
          <ac:picMkLst>
            <pc:docMk/>
            <pc:sldMk cId="1117809272" sldId="329"/>
            <ac:picMk id="1028" creationId="{DF31922D-CD52-F1FB-09DB-A8CC505BD226}"/>
          </ac:picMkLst>
        </pc:picChg>
      </pc:sldChg>
      <pc:sldChg chg="modSp mod">
        <pc:chgData name="FRANCESCO ALESSANDRO PINTO" userId="e647daa0-8c8c-43db-a63e-434c81645a35" providerId="ADAL" clId="{C0133827-E301-471F-BD46-E3439136E4CF}" dt="2025-06-11T16:03:03.354" v="3251" actId="20577"/>
        <pc:sldMkLst>
          <pc:docMk/>
          <pc:sldMk cId="3880054053" sldId="349"/>
        </pc:sldMkLst>
        <pc:spChg chg="mod">
          <ac:chgData name="FRANCESCO ALESSANDRO PINTO" userId="e647daa0-8c8c-43db-a63e-434c81645a35" providerId="ADAL" clId="{C0133827-E301-471F-BD46-E3439136E4CF}" dt="2025-06-11T16:03:03.354" v="3251" actId="20577"/>
          <ac:spMkLst>
            <pc:docMk/>
            <pc:sldMk cId="3880054053" sldId="349"/>
            <ac:spMk id="131" creationId="{0F481BB1-22EA-D787-B3AF-8B88C8EDA847}"/>
          </ac:spMkLst>
        </pc:spChg>
        <pc:spChg chg="mod">
          <ac:chgData name="FRANCESCO ALESSANDRO PINTO" userId="e647daa0-8c8c-43db-a63e-434c81645a35" providerId="ADAL" clId="{C0133827-E301-471F-BD46-E3439136E4CF}" dt="2025-06-11T15:56:54.319" v="2842" actId="1076"/>
          <ac:spMkLst>
            <pc:docMk/>
            <pc:sldMk cId="3880054053" sldId="349"/>
            <ac:spMk id="138" creationId="{E560A060-7C39-561D-955F-9C5DC6DBC898}"/>
          </ac:spMkLst>
        </pc:spChg>
        <pc:spChg chg="mod">
          <ac:chgData name="FRANCESCO ALESSANDRO PINTO" userId="e647daa0-8c8c-43db-a63e-434c81645a35" providerId="ADAL" clId="{C0133827-E301-471F-BD46-E3439136E4CF}" dt="2025-06-11T15:54:20.983" v="2686" actId="20577"/>
          <ac:spMkLst>
            <pc:docMk/>
            <pc:sldMk cId="3880054053" sldId="349"/>
            <ac:spMk id="139" creationId="{EAFF6E7A-036F-C8F1-FFC2-FE2319A895E5}"/>
          </ac:spMkLst>
        </pc:spChg>
        <pc:picChg chg="mod">
          <ac:chgData name="FRANCESCO ALESSANDRO PINTO" userId="e647daa0-8c8c-43db-a63e-434c81645a35" providerId="ADAL" clId="{C0133827-E301-471F-BD46-E3439136E4CF}" dt="2025-06-11T15:56:05.326" v="2773" actId="14100"/>
          <ac:picMkLst>
            <pc:docMk/>
            <pc:sldMk cId="3880054053" sldId="349"/>
            <ac:picMk id="137" creationId="{F0779040-7E3E-18C8-3943-586C4FD17844}"/>
          </ac:picMkLst>
        </pc:picChg>
      </pc:sldChg>
    </pc:docChg>
  </pc:docChgLst>
  <pc:docChgLst>
    <pc:chgData name="FRANCESCO ALESSANDRO PINTO" userId="e647daa0-8c8c-43db-a63e-434c81645a35" providerId="ADAL" clId="{94515437-04C1-40B4-975D-6F935D79E21F}"/>
    <pc:docChg chg="undo redo custSel addSld delSld modSld sldOrd">
      <pc:chgData name="FRANCESCO ALESSANDRO PINTO" userId="e647daa0-8c8c-43db-a63e-434c81645a35" providerId="ADAL" clId="{94515437-04C1-40B4-975D-6F935D79E21F}" dt="2025-05-26T15:00:12.705" v="8759" actId="1076"/>
      <pc:docMkLst>
        <pc:docMk/>
      </pc:docMkLst>
      <pc:sldChg chg="modSp add mod">
        <pc:chgData name="FRANCESCO ALESSANDRO PINTO" userId="e647daa0-8c8c-43db-a63e-434c81645a35" providerId="ADAL" clId="{94515437-04C1-40B4-975D-6F935D79E21F}" dt="2025-05-22T08:28:18.881" v="5" actId="20577"/>
        <pc:sldMkLst>
          <pc:docMk/>
          <pc:sldMk cId="795230077" sldId="265"/>
        </pc:sldMkLst>
      </pc:sldChg>
      <pc:sldChg chg="modSp mod">
        <pc:chgData name="FRANCESCO ALESSANDRO PINTO" userId="e647daa0-8c8c-43db-a63e-434c81645a35" providerId="ADAL" clId="{94515437-04C1-40B4-975D-6F935D79E21F}" dt="2025-05-26T13:32:07.318" v="6342" actId="1582"/>
        <pc:sldMkLst>
          <pc:docMk/>
          <pc:sldMk cId="3138881552" sldId="271"/>
        </pc:sldMkLst>
      </pc:sldChg>
      <pc:sldChg chg="addSp delSp modSp add mod">
        <pc:chgData name="FRANCESCO ALESSANDRO PINTO" userId="e647daa0-8c8c-43db-a63e-434c81645a35" providerId="ADAL" clId="{94515437-04C1-40B4-975D-6F935D79E21F}" dt="2025-05-22T16:33:04.494" v="911" actId="1582"/>
        <pc:sldMkLst>
          <pc:docMk/>
          <pc:sldMk cId="1909470193" sldId="273"/>
        </pc:sldMkLst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0" creationId="{6A0BDDE3-6D1E-F51A-F922-01330094BD57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1" creationId="{D953A29A-7767-6D75-8AE7-64DE57AA6521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2" creationId="{826688B3-F6FF-F596-E829-67750185F7EF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4" creationId="{4A2C4131-5EC2-AF2E-967E-67EDEDFEED29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7" creationId="{6AFDDC03-868B-E091-DAC0-448E39EB1353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0" creationId="{B6FDEF39-D68D-6668-ADE3-61B466188216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1" creationId="{B801F04E-B444-AE01-AC5C-A2D39321D45C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8" creationId="{5A206392-DE26-4DD3-1820-04A0C7E4BBF9}"/>
          </ac:spMkLst>
        </pc:spChg>
        <pc:spChg chg="add mod">
          <ac:chgData name="FRANCESCO ALESSANDRO PINTO" userId="e647daa0-8c8c-43db-a63e-434c81645a35" providerId="ADAL" clId="{94515437-04C1-40B4-975D-6F935D79E21F}" dt="2025-05-22T16:33:04.494" v="911" actId="1582"/>
          <ac:spMkLst>
            <pc:docMk/>
            <pc:sldMk cId="1909470193" sldId="273"/>
            <ac:spMk id="40" creationId="{C7AFD6F8-B99F-8572-A9B8-EC18ED2D51C2}"/>
          </ac:spMkLst>
        </pc:spChg>
        <pc:spChg chg="add mod">
          <ac:chgData name="FRANCESCO ALESSANDRO PINTO" userId="e647daa0-8c8c-43db-a63e-434c81645a35" providerId="ADAL" clId="{94515437-04C1-40B4-975D-6F935D79E21F}" dt="2025-05-22T16:32:59.348" v="910" actId="1582"/>
          <ac:spMkLst>
            <pc:docMk/>
            <pc:sldMk cId="1909470193" sldId="273"/>
            <ac:spMk id="41" creationId="{66DFEB14-45B5-5E70-0602-AFD9F40C5A8D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3" creationId="{13F8F1AE-E37C-E919-061B-F4C71C4B4FA9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5" creationId="{B6FBCE2D-C2F4-EEFC-B01A-F0A12DAAB31F}"/>
          </ac:spMkLst>
        </pc:spChg>
        <pc:spChg chg="mod">
          <ac:chgData name="FRANCESCO ALESSANDRO PINTO" userId="e647daa0-8c8c-43db-a63e-434c81645a35" providerId="ADAL" clId="{94515437-04C1-40B4-975D-6F935D79E21F}" dt="2025-05-22T15:30:46.634" v="31" actId="20577"/>
          <ac:spMkLst>
            <pc:docMk/>
            <pc:sldMk cId="1909470193" sldId="273"/>
            <ac:spMk id="219" creationId="{172760FC-252D-87CE-4D9C-E5BBD6C21599}"/>
          </ac:spMkLst>
        </pc:spChg>
        <pc:spChg chg="mod">
          <ac:chgData name="FRANCESCO ALESSANDRO PINTO" userId="e647daa0-8c8c-43db-a63e-434c81645a35" providerId="ADAL" clId="{94515437-04C1-40B4-975D-6F935D79E21F}" dt="2025-05-22T15:31:04.073" v="65" actId="20577"/>
          <ac:spMkLst>
            <pc:docMk/>
            <pc:sldMk cId="1909470193" sldId="273"/>
            <ac:spMk id="225" creationId="{5A0E38C5-5902-BDFA-55B1-E9E5EE256A62}"/>
          </ac:spMkLst>
        </pc:spChg>
        <pc:picChg chg="add mod">
          <ac:chgData name="FRANCESCO ALESSANDRO PINTO" userId="e647daa0-8c8c-43db-a63e-434c81645a35" providerId="ADAL" clId="{94515437-04C1-40B4-975D-6F935D79E21F}" dt="2025-05-22T15:55:05.920" v="550" actId="1076"/>
          <ac:picMkLst>
            <pc:docMk/>
            <pc:sldMk cId="1909470193" sldId="273"/>
            <ac:picMk id="3" creationId="{878B28A6-46DC-ED08-5D0F-7AEF2EE850A6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5" creationId="{DF446E77-5DBA-71E5-56EB-DEC826993FB5}"/>
          </ac:picMkLst>
        </pc:picChg>
        <pc:picChg chg="add mod">
          <ac:chgData name="FRANCESCO ALESSANDRO PINTO" userId="e647daa0-8c8c-43db-a63e-434c81645a35" providerId="ADAL" clId="{94515437-04C1-40B4-975D-6F935D79E21F}" dt="2025-05-22T15:54:22.754" v="544" actId="1076"/>
          <ac:picMkLst>
            <pc:docMk/>
            <pc:sldMk cId="1909470193" sldId="273"/>
            <ac:picMk id="16" creationId="{01933C3D-D6FC-B095-7FBB-6B35C31A417E}"/>
          </ac:picMkLst>
        </pc:picChg>
        <pc:picChg chg="add mod">
          <ac:chgData name="FRANCESCO ALESSANDRO PINTO" userId="e647daa0-8c8c-43db-a63e-434c81645a35" providerId="ADAL" clId="{94515437-04C1-40B4-975D-6F935D79E21F}" dt="2025-05-22T15:49:14.498" v="158" actId="1076"/>
          <ac:picMkLst>
            <pc:docMk/>
            <pc:sldMk cId="1909470193" sldId="273"/>
            <ac:picMk id="17" creationId="{2124C703-A713-43A2-A3AF-C1D60061B165}"/>
          </ac:picMkLst>
        </pc:picChg>
        <pc:picChg chg="add mod">
          <ac:chgData name="FRANCESCO ALESSANDRO PINTO" userId="e647daa0-8c8c-43db-a63e-434c81645a35" providerId="ADAL" clId="{94515437-04C1-40B4-975D-6F935D79E21F}" dt="2025-05-22T15:50:38.024" v="181" actId="1076"/>
          <ac:picMkLst>
            <pc:docMk/>
            <pc:sldMk cId="1909470193" sldId="273"/>
            <ac:picMk id="23" creationId="{A6C4F3FF-44BF-B305-50E4-77847527DA15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28" creationId="{61DD1EB8-6BE0-8BD1-C1DF-51711C190763}"/>
          </ac:picMkLst>
        </pc:picChg>
        <pc:picChg chg="add mod">
          <ac:chgData name="FRANCESCO ALESSANDRO PINTO" userId="e647daa0-8c8c-43db-a63e-434c81645a35" providerId="ADAL" clId="{94515437-04C1-40B4-975D-6F935D79E21F}" dt="2025-05-22T16:02:14.399" v="601" actId="1076"/>
          <ac:picMkLst>
            <pc:docMk/>
            <pc:sldMk cId="1909470193" sldId="273"/>
            <ac:picMk id="39" creationId="{0FE9F0A2-5760-3036-7C25-82BA0361B780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2" creationId="{ABA0865C-7D25-10B8-3DBF-46B20E9F1F2E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4" creationId="{42E1CEBB-7DA6-B7DF-178D-57AD2777A881}"/>
          </ac:picMkLst>
        </pc:picChg>
        <pc:picChg chg="add mod">
          <ac:chgData name="FRANCESCO ALESSANDRO PINTO" userId="e647daa0-8c8c-43db-a63e-434c81645a35" providerId="ADAL" clId="{94515437-04C1-40B4-975D-6F935D79E21F}" dt="2025-05-22T16:02:03.644" v="598" actId="1076"/>
          <ac:picMkLst>
            <pc:docMk/>
            <pc:sldMk cId="1909470193" sldId="273"/>
            <ac:picMk id="1036" creationId="{963E16CC-B148-BC81-5241-3871C9FCD6B1}"/>
          </ac:picMkLst>
        </pc:picChg>
        <pc:picChg chg="add mod">
          <ac:chgData name="FRANCESCO ALESSANDRO PINTO" userId="e647daa0-8c8c-43db-a63e-434c81645a35" providerId="ADAL" clId="{94515437-04C1-40B4-975D-6F935D79E21F}" dt="2025-05-22T16:03:34.366" v="608" actId="1076"/>
          <ac:picMkLst>
            <pc:docMk/>
            <pc:sldMk cId="1909470193" sldId="273"/>
            <ac:picMk id="1038" creationId="{F29F9EB5-13F7-2C1A-63BE-48EE0F7B9870}"/>
          </ac:picMkLst>
        </pc:picChg>
        <pc:cxnChg chg="add mod">
          <ac:chgData name="FRANCESCO ALESSANDRO PINTO" userId="e647daa0-8c8c-43db-a63e-434c81645a35" providerId="ADAL" clId="{94515437-04C1-40B4-975D-6F935D79E21F}" dt="2025-05-22T15:57:42.893" v="572" actId="693"/>
          <ac:cxnSpMkLst>
            <pc:docMk/>
            <pc:sldMk cId="1909470193" sldId="273"/>
            <ac:cxnSpMk id="36" creationId="{F6B18460-71FC-E3B3-31FA-250BBAF1EAA5}"/>
          </ac:cxnSpMkLst>
        </pc:cxnChg>
      </pc:sldChg>
      <pc:sldChg chg="addSp delSp modSp add mod">
        <pc:chgData name="FRANCESCO ALESSANDRO PINTO" userId="e647daa0-8c8c-43db-a63e-434c81645a35" providerId="ADAL" clId="{94515437-04C1-40B4-975D-6F935D79E21F}" dt="2025-05-26T14:01:14.750" v="7382" actId="962"/>
        <pc:sldMkLst>
          <pc:docMk/>
          <pc:sldMk cId="1831875767" sldId="274"/>
        </pc:sldMkLst>
        <pc:spChg chg="add mod">
          <ac:chgData name="FRANCESCO ALESSANDRO PINTO" userId="e647daa0-8c8c-43db-a63e-434c81645a35" providerId="ADAL" clId="{94515437-04C1-40B4-975D-6F935D79E21F}" dt="2025-05-26T13:39:00.128" v="6619" actId="1582"/>
          <ac:spMkLst>
            <pc:docMk/>
            <pc:sldMk cId="1831875767" sldId="274"/>
            <ac:spMk id="4" creationId="{3E834A39-6E3B-484A-A46D-B2B6A125A686}"/>
          </ac:spMkLst>
        </pc:spChg>
        <pc:spChg chg="add mod">
          <ac:chgData name="FRANCESCO ALESSANDRO PINTO" userId="e647daa0-8c8c-43db-a63e-434c81645a35" providerId="ADAL" clId="{94515437-04C1-40B4-975D-6F935D79E21F}" dt="2025-05-22T16:11:31.675" v="715" actId="404"/>
          <ac:spMkLst>
            <pc:docMk/>
            <pc:sldMk cId="1831875767" sldId="274"/>
            <ac:spMk id="7" creationId="{740565C9-74B0-2C4D-8FA9-4294D56C2467}"/>
          </ac:spMkLst>
        </pc:spChg>
        <pc:spChg chg="add mod ord">
          <ac:chgData name="FRANCESCO ALESSANDRO PINTO" userId="e647daa0-8c8c-43db-a63e-434c81645a35" providerId="ADAL" clId="{94515437-04C1-40B4-975D-6F935D79E21F}" dt="2025-05-26T13:38:52.106" v="6618" actId="1582"/>
          <ac:spMkLst>
            <pc:docMk/>
            <pc:sldMk cId="1831875767" sldId="274"/>
            <ac:spMk id="8" creationId="{BF56FC6E-0241-0495-1DC0-867225D6D9E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0" creationId="{030F13F2-7F4E-094A-6201-F35D09EBD432}"/>
          </ac:spMkLst>
        </pc:spChg>
        <pc:spChg chg="add mod">
          <ac:chgData name="FRANCESCO ALESSANDRO PINTO" userId="e647daa0-8c8c-43db-a63e-434c81645a35" providerId="ADAL" clId="{94515437-04C1-40B4-975D-6F935D79E21F}" dt="2025-05-26T14:00:17.025" v="7379" actId="962"/>
          <ac:spMkLst>
            <pc:docMk/>
            <pc:sldMk cId="1831875767" sldId="274"/>
            <ac:spMk id="11" creationId="{46639439-8B9C-5450-1A7B-24BA6173BADE}"/>
          </ac:spMkLst>
        </pc:spChg>
        <pc:spChg chg="add mod">
          <ac:chgData name="FRANCESCO ALESSANDRO PINTO" userId="e647daa0-8c8c-43db-a63e-434c81645a35" providerId="ADAL" clId="{94515437-04C1-40B4-975D-6F935D79E21F}" dt="2025-05-22T16:14:48.475" v="823" actId="20577"/>
          <ac:spMkLst>
            <pc:docMk/>
            <pc:sldMk cId="1831875767" sldId="274"/>
            <ac:spMk id="12" creationId="{9DC14F34-71D5-685E-D231-49EBA281A82D}"/>
          </ac:spMkLst>
        </pc:spChg>
        <pc:spChg chg="add mod">
          <ac:chgData name="FRANCESCO ALESSANDRO PINTO" userId="e647daa0-8c8c-43db-a63e-434c81645a35" providerId="ADAL" clId="{94515437-04C1-40B4-975D-6F935D79E21F}" dt="2025-05-26T13:59:45.778" v="7376" actId="962"/>
          <ac:spMkLst>
            <pc:docMk/>
            <pc:sldMk cId="1831875767" sldId="274"/>
            <ac:spMk id="13" creationId="{1DDB1C6B-C12B-D0DF-4FE5-6A20471A2CEC}"/>
          </ac:spMkLst>
        </pc:spChg>
        <pc:spChg chg="add mod">
          <ac:chgData name="FRANCESCO ALESSANDRO PINTO" userId="e647daa0-8c8c-43db-a63e-434c81645a35" providerId="ADAL" clId="{94515437-04C1-40B4-975D-6F935D79E21F}" dt="2025-05-26T14:00:09.726" v="7378" actId="962"/>
          <ac:spMkLst>
            <pc:docMk/>
            <pc:sldMk cId="1831875767" sldId="274"/>
            <ac:spMk id="14" creationId="{F58FD2E8-0404-1C61-A9A7-E5B42D2883E8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5" creationId="{81E2B805-91A1-E22B-4BAE-2A3BB1AC04F2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7" creationId="{E968D391-7CAD-450E-8AB2-A8769EDFCEF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8" creationId="{034D1E23-08C1-84FD-57B7-55518ACB03A7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9" creationId="{760D598F-A676-B0C0-EBE9-5F513B51919A}"/>
          </ac:spMkLst>
        </pc:spChg>
        <pc:spChg chg="mod">
          <ac:chgData name="FRANCESCO ALESSANDRO PINTO" userId="e647daa0-8c8c-43db-a63e-434c81645a35" providerId="ADAL" clId="{94515437-04C1-40B4-975D-6F935D79E21F}" dt="2025-05-22T16:06:58.597" v="626" actId="1076"/>
          <ac:spMkLst>
            <pc:docMk/>
            <pc:sldMk cId="1831875767" sldId="274"/>
            <ac:spMk id="24" creationId="{17A0DA0D-2E26-C037-7D99-9258F43D8ADC}"/>
          </ac:spMkLst>
        </pc:spChg>
        <pc:spChg chg="mod">
          <ac:chgData name="FRANCESCO ALESSANDRO PINTO" userId="e647daa0-8c8c-43db-a63e-434c81645a35" providerId="ADAL" clId="{94515437-04C1-40B4-975D-6F935D79E21F}" dt="2025-05-22T16:07:02.196" v="627" actId="1076"/>
          <ac:spMkLst>
            <pc:docMk/>
            <pc:sldMk cId="1831875767" sldId="274"/>
            <ac:spMk id="27" creationId="{1565B848-6478-37D2-371D-AB80B5AAD626}"/>
          </ac:spMkLst>
        </pc:spChg>
        <pc:spChg chg="mod">
          <ac:chgData name="FRANCESCO ALESSANDRO PINTO" userId="e647daa0-8c8c-43db-a63e-434c81645a35" providerId="ADAL" clId="{94515437-04C1-40B4-975D-6F935D79E21F}" dt="2025-05-22T16:07:17.427" v="633" actId="1076"/>
          <ac:spMkLst>
            <pc:docMk/>
            <pc:sldMk cId="1831875767" sldId="274"/>
            <ac:spMk id="30" creationId="{B30AA907-D87F-01A0-01B4-6BD985A93FA8}"/>
          </ac:spMkLst>
        </pc:spChg>
        <pc:spChg chg="mod">
          <ac:chgData name="FRANCESCO ALESSANDRO PINTO" userId="e647daa0-8c8c-43db-a63e-434c81645a35" providerId="ADAL" clId="{94515437-04C1-40B4-975D-6F935D79E21F}" dt="2025-05-22T16:07:48.227" v="641" actId="1076"/>
          <ac:spMkLst>
            <pc:docMk/>
            <pc:sldMk cId="1831875767" sldId="274"/>
            <ac:spMk id="38" creationId="{F2AA33EE-6106-8023-9522-0A89297D4750}"/>
          </ac:spMkLst>
        </pc:spChg>
        <pc:picChg chg="mod">
          <ac:chgData name="FRANCESCO ALESSANDRO PINTO" userId="e647daa0-8c8c-43db-a63e-434c81645a35" providerId="ADAL" clId="{94515437-04C1-40B4-975D-6F935D79E21F}" dt="2025-05-22T16:07:38.090" v="639" actId="1076"/>
          <ac:picMkLst>
            <pc:docMk/>
            <pc:sldMk cId="1831875767" sldId="274"/>
            <ac:picMk id="3" creationId="{5A382F80-96CD-F9FA-6E3B-D64C626B09A4}"/>
          </ac:picMkLst>
        </pc:picChg>
        <pc:picChg chg="mod">
          <ac:chgData name="FRANCESCO ALESSANDRO PINTO" userId="e647daa0-8c8c-43db-a63e-434c81645a35" providerId="ADAL" clId="{94515437-04C1-40B4-975D-6F935D79E21F}" dt="2025-05-22T16:06:55.947" v="625" actId="1076"/>
          <ac:picMkLst>
            <pc:docMk/>
            <pc:sldMk cId="1831875767" sldId="274"/>
            <ac:picMk id="5" creationId="{D92B0477-E444-C7C3-6DBC-1F355E996AA0}"/>
          </ac:picMkLst>
        </pc:picChg>
        <pc:picChg chg="add mod">
          <ac:chgData name="FRANCESCO ALESSANDRO PINTO" userId="e647daa0-8c8c-43db-a63e-434c81645a35" providerId="ADAL" clId="{94515437-04C1-40B4-975D-6F935D79E21F}" dt="2025-05-22T16:11:39.042" v="717" actId="1076"/>
          <ac:picMkLst>
            <pc:docMk/>
            <pc:sldMk cId="1831875767" sldId="274"/>
            <ac:picMk id="6" creationId="{82E52B03-E3D7-009A-DF2C-19030280A2D9}"/>
          </ac:picMkLst>
        </pc:picChg>
        <pc:picChg chg="add mod">
          <ac:chgData name="FRANCESCO ALESSANDRO PINTO" userId="e647daa0-8c8c-43db-a63e-434c81645a35" providerId="ADAL" clId="{94515437-04C1-40B4-975D-6F935D79E21F}" dt="2025-05-22T16:12:32.474" v="727" actId="1076"/>
          <ac:picMkLst>
            <pc:docMk/>
            <pc:sldMk cId="1831875767" sldId="274"/>
            <ac:picMk id="9" creationId="{449BDA52-3C99-7630-8EB3-13AAADC88C37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16" creationId="{54EBA82D-90AE-469C-0801-081EF4F3BF52}"/>
          </ac:picMkLst>
        </pc:picChg>
        <pc:picChg chg="mod">
          <ac:chgData name="FRANCESCO ALESSANDRO PINTO" userId="e647daa0-8c8c-43db-a63e-434c81645a35" providerId="ADAL" clId="{94515437-04C1-40B4-975D-6F935D79E21F}" dt="2025-05-26T14:01:14.750" v="7382" actId="962"/>
          <ac:picMkLst>
            <pc:docMk/>
            <pc:sldMk cId="1831875767" sldId="274"/>
            <ac:picMk id="20" creationId="{0224F8D6-0102-189F-D5CD-1E6FA5F840A1}"/>
          </ac:picMkLst>
        </pc:picChg>
        <pc:picChg chg="mod">
          <ac:chgData name="FRANCESCO ALESSANDRO PINTO" userId="e647daa0-8c8c-43db-a63e-434c81645a35" providerId="ADAL" clId="{94515437-04C1-40B4-975D-6F935D79E21F}" dt="2025-05-26T13:41:15.719" v="6913" actId="1076"/>
          <ac:picMkLst>
            <pc:docMk/>
            <pc:sldMk cId="1831875767" sldId="274"/>
            <ac:picMk id="21" creationId="{00FA851B-4D6D-C617-04D5-CD818CD62882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22" creationId="{5B91B933-A4B9-3404-445B-524F94C8C349}"/>
          </ac:picMkLst>
        </pc:picChg>
        <pc:picChg chg="mod ord">
          <ac:chgData name="FRANCESCO ALESSANDRO PINTO" userId="e647daa0-8c8c-43db-a63e-434c81645a35" providerId="ADAL" clId="{94515437-04C1-40B4-975D-6F935D79E21F}" dt="2025-05-22T16:08:00.665" v="645" actId="1076"/>
          <ac:picMkLst>
            <pc:docMk/>
            <pc:sldMk cId="1831875767" sldId="274"/>
            <ac:picMk id="23" creationId="{0E2EAC93-95FA-B4A2-C3D4-F5BDF2106ED7}"/>
          </ac:picMkLst>
        </pc:picChg>
        <pc:picChg chg="mod">
          <ac:chgData name="FRANCESCO ALESSANDRO PINTO" userId="e647daa0-8c8c-43db-a63e-434c81645a35" providerId="ADAL" clId="{94515437-04C1-40B4-975D-6F935D79E21F}" dt="2025-05-22T16:07:30.197" v="638" actId="1076"/>
          <ac:picMkLst>
            <pc:docMk/>
            <pc:sldMk cId="1831875767" sldId="274"/>
            <ac:picMk id="1038" creationId="{A1803E28-F2A0-1A64-0DF0-4D3A9A0C0AA9}"/>
          </ac:picMkLst>
        </pc:picChg>
        <pc:cxnChg chg="mod">
          <ac:chgData name="FRANCESCO ALESSANDRO PINTO" userId="e647daa0-8c8c-43db-a63e-434c81645a35" providerId="ADAL" clId="{94515437-04C1-40B4-975D-6F935D79E21F}" dt="2025-05-22T16:07:43.067" v="640" actId="14100"/>
          <ac:cxnSpMkLst>
            <pc:docMk/>
            <pc:sldMk cId="1831875767" sldId="274"/>
            <ac:cxnSpMk id="36" creationId="{9612D67B-2684-654D-8910-753196D58D72}"/>
          </ac:cxnSpMkLst>
        </pc:cxnChg>
      </pc:sldChg>
      <pc:sldChg chg="modSp add del mod">
        <pc:chgData name="FRANCESCO ALESSANDRO PINTO" userId="e647daa0-8c8c-43db-a63e-434c81645a35" providerId="ADAL" clId="{94515437-04C1-40B4-975D-6F935D79E21F}" dt="2025-05-22T16:06:37.509" v="617" actId="2890"/>
        <pc:sldMkLst>
          <pc:docMk/>
          <pc:sldMk cId="2030764261" sldId="274"/>
        </pc:sldMkLst>
      </pc:sldChg>
      <pc:sldChg chg="addSp delSp modSp mod">
        <pc:chgData name="FRANCESCO ALESSANDRO PINTO" userId="e647daa0-8c8c-43db-a63e-434c81645a35" providerId="ADAL" clId="{94515437-04C1-40B4-975D-6F935D79E21F}" dt="2025-05-26T15:00:12.705" v="8759" actId="1076"/>
        <pc:sldMkLst>
          <pc:docMk/>
          <pc:sldMk cId="3116586205" sldId="277"/>
        </pc:sldMkLst>
        <pc:spChg chg="add mod ord">
          <ac:chgData name="FRANCESCO ALESSANDRO PINTO" userId="e647daa0-8c8c-43db-a63e-434c81645a35" providerId="ADAL" clId="{94515437-04C1-40B4-975D-6F935D79E21F}" dt="2025-05-26T14:25:34.688" v="8298" actId="1037"/>
          <ac:spMkLst>
            <pc:docMk/>
            <pc:sldMk cId="3116586205" sldId="277"/>
            <ac:spMk id="5" creationId="{E60E5570-777E-0599-39DF-E98B1A25203C}"/>
          </ac:spMkLst>
        </pc:spChg>
        <pc:spChg chg="add mod">
          <ac:chgData name="FRANCESCO ALESSANDRO PINTO" userId="e647daa0-8c8c-43db-a63e-434c81645a35" providerId="ADAL" clId="{94515437-04C1-40B4-975D-6F935D79E21F}" dt="2025-05-26T14:26:47.199" v="8479" actId="208"/>
          <ac:spMkLst>
            <pc:docMk/>
            <pc:sldMk cId="3116586205" sldId="277"/>
            <ac:spMk id="6" creationId="{A9C4909D-580C-5D59-140C-B45EE06C551D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2" creationId="{F6B9A229-32D0-82E3-EAEB-24D3D8F9CE57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3" creationId="{0D08FF91-86B1-85A7-4BDA-E47A0A8202E2}"/>
          </ac:spMkLst>
        </pc:spChg>
        <pc:spChg chg="add mod">
          <ac:chgData name="FRANCESCO ALESSANDRO PINTO" userId="e647daa0-8c8c-43db-a63e-434c81645a35" providerId="ADAL" clId="{94515437-04C1-40B4-975D-6F935D79E21F}" dt="2025-05-26T14:26:34.954" v="8478" actId="208"/>
          <ac:spMkLst>
            <pc:docMk/>
            <pc:sldMk cId="3116586205" sldId="277"/>
            <ac:spMk id="18" creationId="{990AAF38-73A1-9A6A-B71F-369C74C421B2}"/>
          </ac:spMkLst>
        </pc:spChg>
        <pc:spChg chg="add mod">
          <ac:chgData name="FRANCESCO ALESSANDRO PINTO" userId="e647daa0-8c8c-43db-a63e-434c81645a35" providerId="ADAL" clId="{94515437-04C1-40B4-975D-6F935D79E21F}" dt="2025-05-26T14:26:11.254" v="8472" actId="1038"/>
          <ac:spMkLst>
            <pc:docMk/>
            <pc:sldMk cId="3116586205" sldId="277"/>
            <ac:spMk id="19" creationId="{AB793EBF-1E43-AAC2-38FC-7DA92172AF73}"/>
          </ac:spMkLst>
        </pc:spChg>
        <pc:picChg chg="add mod">
          <ac:chgData name="FRANCESCO ALESSANDRO PINTO" userId="e647daa0-8c8c-43db-a63e-434c81645a35" providerId="ADAL" clId="{94515437-04C1-40B4-975D-6F935D79E21F}" dt="2025-05-26T14:25:34.688" v="8298" actId="1037"/>
          <ac:picMkLst>
            <pc:docMk/>
            <pc:sldMk cId="3116586205" sldId="277"/>
            <ac:picMk id="11" creationId="{73B2BC19-33CE-0A9B-1631-C9742A434632}"/>
          </ac:picMkLst>
        </pc:picChg>
        <pc:picChg chg="add mod">
          <ac:chgData name="FRANCESCO ALESSANDRO PINTO" userId="e647daa0-8c8c-43db-a63e-434c81645a35" providerId="ADAL" clId="{94515437-04C1-40B4-975D-6F935D79E21F}" dt="2025-05-26T14:27:19.277" v="8507" actId="1038"/>
          <ac:picMkLst>
            <pc:docMk/>
            <pc:sldMk cId="3116586205" sldId="277"/>
            <ac:picMk id="15" creationId="{EAA5CD09-F5E6-615A-F5CD-5CFDADAC089E}"/>
          </ac:picMkLst>
        </pc:picChg>
        <pc:picChg chg="add mod ord">
          <ac:chgData name="FRANCESCO ALESSANDRO PINTO" userId="e647daa0-8c8c-43db-a63e-434c81645a35" providerId="ADAL" clId="{94515437-04C1-40B4-975D-6F935D79E21F}" dt="2025-05-26T14:26:11.254" v="8472" actId="1038"/>
          <ac:picMkLst>
            <pc:docMk/>
            <pc:sldMk cId="3116586205" sldId="277"/>
            <ac:picMk id="17" creationId="{6407713A-CE24-BB3A-D62A-AA0C382FB201}"/>
          </ac:picMkLst>
        </pc:picChg>
        <pc:picChg chg="add mod">
          <ac:chgData name="FRANCESCO ALESSANDRO PINTO" userId="e647daa0-8c8c-43db-a63e-434c81645a35" providerId="ADAL" clId="{94515437-04C1-40B4-975D-6F935D79E21F}" dt="2025-05-26T15:00:06.168" v="8757" actId="1076"/>
          <ac:picMkLst>
            <pc:docMk/>
            <pc:sldMk cId="3116586205" sldId="277"/>
            <ac:picMk id="21" creationId="{F7E10D14-62F6-70DC-DA28-B97CE0985387}"/>
          </ac:picMkLst>
        </pc:picChg>
        <pc:picChg chg="add mod">
          <ac:chgData name="FRANCESCO ALESSANDRO PINTO" userId="e647daa0-8c8c-43db-a63e-434c81645a35" providerId="ADAL" clId="{94515437-04C1-40B4-975D-6F935D79E21F}" dt="2025-05-26T15:00:12.705" v="8759" actId="1076"/>
          <ac:picMkLst>
            <pc:docMk/>
            <pc:sldMk cId="3116586205" sldId="277"/>
            <ac:picMk id="22" creationId="{95892438-6692-4E41-F179-6C2923FEB8E4}"/>
          </ac:picMkLst>
        </pc:picChg>
      </pc:sldChg>
      <pc:sldChg chg="modSp mod">
        <pc:chgData name="FRANCESCO ALESSANDRO PINTO" userId="e647daa0-8c8c-43db-a63e-434c81645a35" providerId="ADAL" clId="{94515437-04C1-40B4-975D-6F935D79E21F}" dt="2025-05-26T13:32:32.909" v="6345" actId="14100"/>
        <pc:sldMkLst>
          <pc:docMk/>
          <pc:sldMk cId="3584648600" sldId="280"/>
        </pc:sldMkLst>
      </pc:sldChg>
      <pc:sldChg chg="addSp delSp modSp mod">
        <pc:chgData name="FRANCESCO ALESSANDRO PINTO" userId="e647daa0-8c8c-43db-a63e-434c81645a35" providerId="ADAL" clId="{94515437-04C1-40B4-975D-6F935D79E21F}" dt="2025-05-26T13:30:07.314" v="6320" actId="1076"/>
        <pc:sldMkLst>
          <pc:docMk/>
          <pc:sldMk cId="2799825697" sldId="281"/>
        </pc:sldMkLst>
        <pc:spChg chg="mod">
          <ac:chgData name="FRANCESCO ALESSANDRO PINTO" userId="e647daa0-8c8c-43db-a63e-434c81645a35" providerId="ADAL" clId="{94515437-04C1-40B4-975D-6F935D79E21F}" dt="2025-05-23T14:53:44.114" v="1012" actId="20577"/>
          <ac:spMkLst>
            <pc:docMk/>
            <pc:sldMk cId="2799825697" sldId="281"/>
            <ac:spMk id="3" creationId="{B4FF3A5D-E133-0C4E-672C-04B75278C8AE}"/>
          </ac:spMkLst>
        </pc:spChg>
        <pc:spChg chg="add mod">
          <ac:chgData name="FRANCESCO ALESSANDRO PINTO" userId="e647daa0-8c8c-43db-a63e-434c81645a35" providerId="ADAL" clId="{94515437-04C1-40B4-975D-6F935D79E21F}" dt="2025-05-23T15:01:10.539" v="1099" actId="1076"/>
          <ac:spMkLst>
            <pc:docMk/>
            <pc:sldMk cId="2799825697" sldId="281"/>
            <ac:spMk id="4" creationId="{D955FD55-F47E-12B0-EDB2-AE96CA59ECF2}"/>
          </ac:spMkLst>
        </pc:spChg>
        <pc:spChg chg="add mod">
          <ac:chgData name="FRANCESCO ALESSANDRO PINTO" userId="e647daa0-8c8c-43db-a63e-434c81645a35" providerId="ADAL" clId="{94515437-04C1-40B4-975D-6F935D79E21F}" dt="2025-05-26T13:10:41.563" v="5484" actId="1037"/>
          <ac:spMkLst>
            <pc:docMk/>
            <pc:sldMk cId="2799825697" sldId="281"/>
            <ac:spMk id="5" creationId="{7C24B293-7EA5-F542-C7DF-46CC0C06C2B5}"/>
          </ac:spMkLst>
        </pc:spChg>
        <pc:spChg chg="add mod">
          <ac:chgData name="FRANCESCO ALESSANDRO PINTO" userId="e647daa0-8c8c-43db-a63e-434c81645a35" providerId="ADAL" clId="{94515437-04C1-40B4-975D-6F935D79E21F}" dt="2025-05-23T15:25:01.795" v="1499" actId="20577"/>
          <ac:spMkLst>
            <pc:docMk/>
            <pc:sldMk cId="2799825697" sldId="281"/>
            <ac:spMk id="6" creationId="{8867DDCD-5CD4-0335-6514-47D69A42C4BC}"/>
          </ac:spMkLst>
        </pc:spChg>
        <pc:spChg chg="add mod">
          <ac:chgData name="FRANCESCO ALESSANDRO PINTO" userId="e647daa0-8c8c-43db-a63e-434c81645a35" providerId="ADAL" clId="{94515437-04C1-40B4-975D-6F935D79E21F}" dt="2025-05-23T14:55:57.867" v="1062" actId="207"/>
          <ac:spMkLst>
            <pc:docMk/>
            <pc:sldMk cId="2799825697" sldId="281"/>
            <ac:spMk id="9" creationId="{1C4F24AB-75B2-89C1-9E3F-B00E4CB6125F}"/>
          </ac:spMkLst>
        </pc:spChg>
        <pc:spChg chg="add mod">
          <ac:chgData name="FRANCESCO ALESSANDRO PINTO" userId="e647daa0-8c8c-43db-a63e-434c81645a35" providerId="ADAL" clId="{94515437-04C1-40B4-975D-6F935D79E21F}" dt="2025-05-26T13:30:07.314" v="6320" actId="1076"/>
          <ac:spMkLst>
            <pc:docMk/>
            <pc:sldMk cId="2799825697" sldId="281"/>
            <ac:spMk id="10" creationId="{972D2B93-5085-636E-EE2F-D8D643DD330D}"/>
          </ac:spMkLst>
        </pc:spChg>
        <pc:spChg chg="add mod">
          <ac:chgData name="FRANCESCO ALESSANDRO PINTO" userId="e647daa0-8c8c-43db-a63e-434c81645a35" providerId="ADAL" clId="{94515437-04C1-40B4-975D-6F935D79E21F}" dt="2025-05-23T14:58:26.070" v="1083" actId="1076"/>
          <ac:spMkLst>
            <pc:docMk/>
            <pc:sldMk cId="2799825697" sldId="281"/>
            <ac:spMk id="12" creationId="{782B0012-D642-0873-2617-DA1C8E9869B0}"/>
          </ac:spMkLst>
        </pc:spChg>
        <pc:spChg chg="mod">
          <ac:chgData name="FRANCESCO ALESSANDRO PINTO" userId="e647daa0-8c8c-43db-a63e-434c81645a35" providerId="ADAL" clId="{94515437-04C1-40B4-975D-6F935D79E21F}" dt="2025-05-23T15:01:11.934" v="1101" actId="1076"/>
          <ac:spMkLst>
            <pc:docMk/>
            <pc:sldMk cId="2799825697" sldId="281"/>
            <ac:spMk id="234" creationId="{350AF1DC-872B-646F-C17F-D31988C3DD99}"/>
          </ac:spMkLst>
        </pc:spChg>
        <pc:picChg chg="mod">
          <ac:chgData name="FRANCESCO ALESSANDRO PINTO" userId="e647daa0-8c8c-43db-a63e-434c81645a35" providerId="ADAL" clId="{94515437-04C1-40B4-975D-6F935D79E21F}" dt="2025-05-23T15:02:25.240" v="1113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e647daa0-8c8c-43db-a63e-434c81645a35" providerId="ADAL" clId="{94515437-04C1-40B4-975D-6F935D79E21F}" dt="2025-05-26T13:10:41.563" v="5484" actId="1037"/>
          <ac:picMkLst>
            <pc:docMk/>
            <pc:sldMk cId="2799825697" sldId="281"/>
            <ac:picMk id="7" creationId="{4B26C211-90AA-A5E1-DCCD-0A0203C5EE3A}"/>
          </ac:picMkLst>
        </pc:picChg>
        <pc:picChg chg="mod">
          <ac:chgData name="FRANCESCO ALESSANDRO PINTO" userId="e647daa0-8c8c-43db-a63e-434c81645a35" providerId="ADAL" clId="{94515437-04C1-40B4-975D-6F935D79E21F}" dt="2025-05-23T14:55:14.995" v="1059" actId="1036"/>
          <ac:picMkLst>
            <pc:docMk/>
            <pc:sldMk cId="2799825697" sldId="281"/>
            <ac:picMk id="8" creationId="{7A654393-EF7B-323B-1140-D41A02D6D850}"/>
          </ac:picMkLst>
        </pc:picChg>
        <pc:picChg chg="add mod">
          <ac:chgData name="FRANCESCO ALESSANDRO PINTO" userId="e647daa0-8c8c-43db-a63e-434c81645a35" providerId="ADAL" clId="{94515437-04C1-40B4-975D-6F935D79E21F}" dt="2025-05-23T14:58:11.371" v="1067" actId="1076"/>
          <ac:picMkLst>
            <pc:docMk/>
            <pc:sldMk cId="2799825697" sldId="281"/>
            <ac:picMk id="11" creationId="{D55028A0-FD8F-0A51-6DF5-DC49A5794D83}"/>
          </ac:picMkLst>
        </pc:picChg>
        <pc:picChg chg="add mod ord">
          <ac:chgData name="FRANCESCO ALESSANDRO PINTO" userId="e647daa0-8c8c-43db-a63e-434c81645a35" providerId="ADAL" clId="{94515437-04C1-40B4-975D-6F935D79E21F}" dt="2025-05-23T15:01:18.064" v="1103" actId="1076"/>
          <ac:picMkLst>
            <pc:docMk/>
            <pc:sldMk cId="2799825697" sldId="281"/>
            <ac:picMk id="14" creationId="{A59C5FCF-FE4E-8670-0793-2D08DFEB5B24}"/>
          </ac:picMkLst>
        </pc:picChg>
        <pc:picChg chg="add mod">
          <ac:chgData name="FRANCESCO ALESSANDRO PINTO" userId="e647daa0-8c8c-43db-a63e-434c81645a35" providerId="ADAL" clId="{94515437-04C1-40B4-975D-6F935D79E21F}" dt="2025-05-23T15:01:51.195" v="1110" actId="1076"/>
          <ac:picMkLst>
            <pc:docMk/>
            <pc:sldMk cId="2799825697" sldId="281"/>
            <ac:picMk id="16" creationId="{59BABBDF-437D-9CBD-214D-97124665CD86}"/>
          </ac:picMkLst>
        </pc:picChg>
        <pc:picChg chg="add mod">
          <ac:chgData name="FRANCESCO ALESSANDRO PINTO" userId="e647daa0-8c8c-43db-a63e-434c81645a35" providerId="ADAL" clId="{94515437-04C1-40B4-975D-6F935D79E21F}" dt="2025-05-23T15:03:04.462" v="1124" actId="1076"/>
          <ac:picMkLst>
            <pc:docMk/>
            <pc:sldMk cId="2799825697" sldId="281"/>
            <ac:picMk id="1028" creationId="{D90C55BE-8BA1-A695-7B50-2261A3381C24}"/>
          </ac:picMkLst>
        </pc:picChg>
        <pc:picChg chg="add mod">
          <ac:chgData name="FRANCESCO ALESSANDRO PINTO" userId="e647daa0-8c8c-43db-a63e-434c81645a35" providerId="ADAL" clId="{94515437-04C1-40B4-975D-6F935D79E21F}" dt="2025-05-23T15:02:57.915" v="1122" actId="1076"/>
          <ac:picMkLst>
            <pc:docMk/>
            <pc:sldMk cId="2799825697" sldId="281"/>
            <ac:picMk id="1030" creationId="{3F62E1AC-4991-36C7-2CD1-92588DF05904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3:19:17.630" v="5816" actId="478"/>
        <pc:sldMkLst>
          <pc:docMk/>
          <pc:sldMk cId="1161251246" sldId="282"/>
        </pc:sldMkLst>
        <pc:spChg chg="add mod">
          <ac:chgData name="FRANCESCO ALESSANDRO PINTO" userId="e647daa0-8c8c-43db-a63e-434c81645a35" providerId="ADAL" clId="{94515437-04C1-40B4-975D-6F935D79E21F}" dt="2025-05-26T13:11:39.985" v="5549" actId="1036"/>
          <ac:spMkLst>
            <pc:docMk/>
            <pc:sldMk cId="1161251246" sldId="282"/>
            <ac:spMk id="4" creationId="{20D3B48C-4C8A-750F-3376-5D1847CD0114}"/>
          </ac:spMkLst>
        </pc:spChg>
        <pc:spChg chg="add mod">
          <ac:chgData name="FRANCESCO ALESSANDRO PINTO" userId="e647daa0-8c8c-43db-a63e-434c81645a35" providerId="ADAL" clId="{94515437-04C1-40B4-975D-6F935D79E21F}" dt="2025-05-26T13:10:26.163" v="5394" actId="208"/>
          <ac:spMkLst>
            <pc:docMk/>
            <pc:sldMk cId="1161251246" sldId="282"/>
            <ac:spMk id="5" creationId="{14AB868A-3614-730A-5A43-2D679ADFDECC}"/>
          </ac:spMkLst>
        </pc:spChg>
        <pc:spChg chg="mod">
          <ac:chgData name="FRANCESCO ALESSANDRO PINTO" userId="e647daa0-8c8c-43db-a63e-434c81645a35" providerId="ADAL" clId="{94515437-04C1-40B4-975D-6F935D79E21F}" dt="2025-05-23T15:24:57.439" v="1492" actId="20577"/>
          <ac:spMkLst>
            <pc:docMk/>
            <pc:sldMk cId="1161251246" sldId="282"/>
            <ac:spMk id="6" creationId="{355A1058-A773-2F26-0986-2001D642F4C5}"/>
          </ac:spMkLst>
        </pc:spChg>
        <pc:spChg chg="add mod">
          <ac:chgData name="FRANCESCO ALESSANDRO PINTO" userId="e647daa0-8c8c-43db-a63e-434c81645a35" providerId="ADAL" clId="{94515437-04C1-40B4-975D-6F935D79E21F}" dt="2025-05-23T15:54:05.935" v="2050" actId="20577"/>
          <ac:spMkLst>
            <pc:docMk/>
            <pc:sldMk cId="1161251246" sldId="282"/>
            <ac:spMk id="10" creationId="{4A1D3D2C-9B2C-1734-FAD8-5C40828F3DA8}"/>
          </ac:spMkLst>
        </pc:spChg>
        <pc:spChg chg="add mod">
          <ac:chgData name="FRANCESCO ALESSANDRO PINTO" userId="e647daa0-8c8c-43db-a63e-434c81645a35" providerId="ADAL" clId="{94515437-04C1-40B4-975D-6F935D79E21F}" dt="2025-05-26T13:13:56.084" v="5691" actId="1036"/>
          <ac:spMkLst>
            <pc:docMk/>
            <pc:sldMk cId="1161251246" sldId="282"/>
            <ac:spMk id="11" creationId="{33A4CEB0-6277-77DA-2993-6E549D18E46F}"/>
          </ac:spMkLst>
        </pc:sp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2" creationId="{26EB2E3B-2680-A67A-8F80-B3A00A110F90}"/>
          </ac:picMkLst>
        </pc:picChg>
        <pc:picChg chg="add mod">
          <ac:chgData name="FRANCESCO ALESSANDRO PINTO" userId="e647daa0-8c8c-43db-a63e-434c81645a35" providerId="ADAL" clId="{94515437-04C1-40B4-975D-6F935D79E21F}" dt="2025-05-23T15:06:37.358" v="1171" actId="1076"/>
          <ac:picMkLst>
            <pc:docMk/>
            <pc:sldMk cId="1161251246" sldId="282"/>
            <ac:picMk id="7" creationId="{B87447D8-2040-B0DD-5C30-1DD46FA01909}"/>
          </ac:picMkLst>
        </pc:picChg>
        <pc:picChg chg="add mod">
          <ac:chgData name="FRANCESCO ALESSANDRO PINTO" userId="e647daa0-8c8c-43db-a63e-434c81645a35" providerId="ADAL" clId="{94515437-04C1-40B4-975D-6F935D79E21F}" dt="2025-05-26T13:11:39.985" v="5549" actId="1036"/>
          <ac:picMkLst>
            <pc:docMk/>
            <pc:sldMk cId="1161251246" sldId="282"/>
            <ac:picMk id="8" creationId="{5DBACB56-286E-CC99-0B01-B8C94AE4C620}"/>
          </ac:picMkLst>
        </pc:picChg>
        <pc:picChg chg="add mod">
          <ac:chgData name="FRANCESCO ALESSANDRO PINTO" userId="e647daa0-8c8c-43db-a63e-434c81645a35" providerId="ADAL" clId="{94515437-04C1-40B4-975D-6F935D79E21F}" dt="2025-05-26T13:13:36.957" v="5641" actId="1035"/>
          <ac:picMkLst>
            <pc:docMk/>
            <pc:sldMk cId="1161251246" sldId="282"/>
            <ac:picMk id="9" creationId="{AB2722EF-254D-DACC-B5EA-A2F29FC08D73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4" creationId="{FD0174A4-C6F0-88C9-E048-81E5EEA11651}"/>
          </ac:picMkLst>
        </pc:picChg>
        <pc:picChg chg="add mod">
          <ac:chgData name="FRANCESCO ALESSANDRO PINTO" userId="e647daa0-8c8c-43db-a63e-434c81645a35" providerId="ADAL" clId="{94515437-04C1-40B4-975D-6F935D79E21F}" dt="2025-05-26T13:17:11.448" v="5758" actId="1037"/>
          <ac:picMkLst>
            <pc:docMk/>
            <pc:sldMk cId="1161251246" sldId="282"/>
            <ac:picMk id="16" creationId="{7064263C-2EBE-330A-8E68-032A68A7A9AD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028" creationId="{B6E8B263-CBE7-B9CF-50F9-BA199DC9996F}"/>
          </ac:picMkLst>
        </pc:picChg>
      </pc:sldChg>
      <pc:sldChg chg="addSp delSp modSp add mod modTransition delAnim modAnim">
        <pc:chgData name="FRANCESCO ALESSANDRO PINTO" userId="e647daa0-8c8c-43db-a63e-434c81645a35" providerId="ADAL" clId="{94515437-04C1-40B4-975D-6F935D79E21F}" dt="2025-05-26T13:24:11.610" v="5857" actId="1076"/>
        <pc:sldMkLst>
          <pc:docMk/>
          <pc:sldMk cId="2925494781" sldId="283"/>
        </pc:sldMkLst>
        <pc:spChg chg="mod">
          <ac:chgData name="FRANCESCO ALESSANDRO PINTO" userId="e647daa0-8c8c-43db-a63e-434c81645a35" providerId="ADAL" clId="{94515437-04C1-40B4-975D-6F935D79E21F}" dt="2025-05-23T16:01:09.279" v="2204" actId="20577"/>
          <ac:spMkLst>
            <pc:docMk/>
            <pc:sldMk cId="2925494781" sldId="283"/>
            <ac:spMk id="3" creationId="{11C76C95-BB3A-B28E-3F3B-DE20FA1176E4}"/>
          </ac:spMkLst>
        </pc:spChg>
        <pc:spChg chg="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6" creationId="{15C1C78E-C599-DBDC-DB90-FDA119F9F8F0}"/>
          </ac:spMkLst>
        </pc:spChg>
        <pc:spChg chg="add mod">
          <ac:chgData name="FRANCESCO ALESSANDRO PINTO" userId="e647daa0-8c8c-43db-a63e-434c81645a35" providerId="ADAL" clId="{94515437-04C1-40B4-975D-6F935D79E21F}" dt="2025-05-24T07:01:26.907" v="3242" actId="1035"/>
          <ac:spMkLst>
            <pc:docMk/>
            <pc:sldMk cId="2925494781" sldId="283"/>
            <ac:spMk id="7" creationId="{C88CEB35-9D12-F87B-DCFA-B6908162AFB2}"/>
          </ac:spMkLst>
        </pc:spChg>
        <pc:spChg chg="add mod">
          <ac:chgData name="FRANCESCO ALESSANDRO PINTO" userId="e647daa0-8c8c-43db-a63e-434c81645a35" providerId="ADAL" clId="{94515437-04C1-40B4-975D-6F935D79E21F}" dt="2025-05-26T13:11:29.114" v="5485" actId="208"/>
          <ac:spMkLst>
            <pc:docMk/>
            <pc:sldMk cId="2925494781" sldId="283"/>
            <ac:spMk id="8" creationId="{FE54A6E7-43A7-8A51-90FC-51A4DDE20BC9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2" creationId="{8385B0ED-188C-B243-C638-B788BA0BA305}"/>
          </ac:spMkLst>
        </pc:spChg>
        <pc:spChg chg="add del mod">
          <ac:chgData name="FRANCESCO ALESSANDRO PINTO" userId="e647daa0-8c8c-43db-a63e-434c81645a35" providerId="ADAL" clId="{94515437-04C1-40B4-975D-6F935D79E21F}" dt="2025-05-26T13:24:11.610" v="5857" actId="1076"/>
          <ac:spMkLst>
            <pc:docMk/>
            <pc:sldMk cId="2925494781" sldId="283"/>
            <ac:spMk id="15" creationId="{21818CEE-8C4A-15DA-9BCB-604F38A780C4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6" creationId="{B58684F3-D48F-E621-CA16-E772AECC132C}"/>
          </ac:spMkLst>
        </pc:sp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2" creationId="{D06B07DB-4F66-09B3-C632-442DC6BD4901}"/>
          </ac:picMkLst>
        </pc:picChg>
        <pc:picChg chg="add mod">
          <ac:chgData name="FRANCESCO ALESSANDRO PINTO" userId="e647daa0-8c8c-43db-a63e-434c81645a35" providerId="ADAL" clId="{94515437-04C1-40B4-975D-6F935D79E21F}" dt="2025-05-24T07:01:26.907" v="3242" actId="1035"/>
          <ac:picMkLst>
            <pc:docMk/>
            <pc:sldMk cId="2925494781" sldId="283"/>
            <ac:picMk id="5" creationId="{5391064F-7387-F31B-91C8-FC033F88089A}"/>
          </ac:picMkLst>
        </pc:picChg>
        <pc:picChg chg="add mod">
          <ac:chgData name="FRANCESCO ALESSANDRO PINTO" userId="e647daa0-8c8c-43db-a63e-434c81645a35" providerId="ADAL" clId="{94515437-04C1-40B4-975D-6F935D79E21F}" dt="2025-05-26T13:11:29.114" v="5485" actId="208"/>
          <ac:picMkLst>
            <pc:docMk/>
            <pc:sldMk cId="2925494781" sldId="283"/>
            <ac:picMk id="10" creationId="{A0F68EE4-F366-FD52-A92E-8A4D11CC10DD}"/>
          </ac:picMkLst>
        </pc:picChg>
        <pc:picChg chg="add mod">
          <ac:chgData name="FRANCESCO ALESSANDRO PINTO" userId="e647daa0-8c8c-43db-a63e-434c81645a35" providerId="ADAL" clId="{94515437-04C1-40B4-975D-6F935D79E21F}" dt="2025-05-26T13:16:57.063" v="5718" actId="1076"/>
          <ac:picMkLst>
            <pc:docMk/>
            <pc:sldMk cId="2925494781" sldId="283"/>
            <ac:picMk id="13" creationId="{CAC78E84-828C-130E-EC0B-52D5646E26A9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4" creationId="{D0E11DBB-8ED5-B2E1-EF6E-4F93C138AFDA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028" creationId="{72D47F21-6C33-3CE2-3693-AA2F9D7E8F74}"/>
          </ac:picMkLst>
        </pc:picChg>
      </pc:sldChg>
      <pc:sldChg chg="addSp delSp modSp add del mod">
        <pc:chgData name="FRANCESCO ALESSANDRO PINTO" userId="e647daa0-8c8c-43db-a63e-434c81645a35" providerId="ADAL" clId="{94515437-04C1-40B4-975D-6F935D79E21F}" dt="2025-05-23T15:38:50.164" v="1831" actId="2696"/>
        <pc:sldMkLst>
          <pc:docMk/>
          <pc:sldMk cId="184729994" sldId="284"/>
        </pc:sldMkLst>
      </pc:sldChg>
      <pc:sldChg chg="addSp delSp modSp add mod delAnim">
        <pc:chgData name="FRANCESCO ALESSANDRO PINTO" userId="e647daa0-8c8c-43db-a63e-434c81645a35" providerId="ADAL" clId="{94515437-04C1-40B4-975D-6F935D79E21F}" dt="2025-05-26T13:24:15.464" v="5859"/>
        <pc:sldMkLst>
          <pc:docMk/>
          <pc:sldMk cId="442202718" sldId="285"/>
        </pc:sldMkLst>
        <pc:spChg chg="mod">
          <ac:chgData name="FRANCESCO ALESSANDRO PINTO" userId="e647daa0-8c8c-43db-a63e-434c81645a35" providerId="ADAL" clId="{94515437-04C1-40B4-975D-6F935D79E21F}" dt="2025-05-23T16:01:25.327" v="2255" actId="20577"/>
          <ac:spMkLst>
            <pc:docMk/>
            <pc:sldMk cId="442202718" sldId="285"/>
            <ac:spMk id="3" creationId="{19F9F230-B63C-11FC-7658-16765378C216}"/>
          </ac:spMkLst>
        </pc:spChg>
        <pc:spChg chg="add del mod">
          <ac:chgData name="FRANCESCO ALESSANDRO PINTO" userId="e647daa0-8c8c-43db-a63e-434c81645a35" providerId="ADAL" clId="{94515437-04C1-40B4-975D-6F935D79E21F}" dt="2025-05-23T16:02:16.942" v="2288" actId="1076"/>
          <ac:spMkLst>
            <pc:docMk/>
            <pc:sldMk cId="442202718" sldId="285"/>
            <ac:spMk id="6" creationId="{2F327011-1053-31ED-2522-F2AAB1D07BA1}"/>
          </ac:spMkLst>
        </pc:spChg>
        <pc:spChg chg="add mod">
          <ac:chgData name="FRANCESCO ALESSANDRO PINTO" userId="e647daa0-8c8c-43db-a63e-434c81645a35" providerId="ADAL" clId="{94515437-04C1-40B4-975D-6F935D79E21F}" dt="2025-05-26T13:24:15.464" v="5859"/>
          <ac:spMkLst>
            <pc:docMk/>
            <pc:sldMk cId="442202718" sldId="285"/>
            <ac:spMk id="8" creationId="{279C4B93-4F37-A185-F94B-5BFCC9FADE8A}"/>
          </ac:spMkLst>
        </pc:spChg>
        <pc:spChg chg="add mod">
          <ac:chgData name="FRANCESCO ALESSANDRO PINTO" userId="e647daa0-8c8c-43db-a63e-434c81645a35" providerId="ADAL" clId="{94515437-04C1-40B4-975D-6F935D79E21F}" dt="2025-05-23T15:28:52.102" v="1576" actId="1076"/>
          <ac:spMkLst>
            <pc:docMk/>
            <pc:sldMk cId="442202718" sldId="285"/>
            <ac:spMk id="10" creationId="{2ED769C8-EEFC-DEC9-123B-7A3D6EC5EC6A}"/>
          </ac:spMkLst>
        </pc:spChg>
        <pc:spChg chg="add mod">
          <ac:chgData name="FRANCESCO ALESSANDRO PINTO" userId="e647daa0-8c8c-43db-a63e-434c81645a35" providerId="ADAL" clId="{94515437-04C1-40B4-975D-6F935D79E21F}" dt="2025-05-23T15:28:47.415" v="1575" actId="1076"/>
          <ac:spMkLst>
            <pc:docMk/>
            <pc:sldMk cId="442202718" sldId="285"/>
            <ac:spMk id="11" creationId="{E0B11817-F705-D2A5-D158-88FFE0495AB0}"/>
          </ac:spMkLst>
        </pc:spChg>
        <pc:spChg chg="add del">
          <ac:chgData name="FRANCESCO ALESSANDRO PINTO" userId="e647daa0-8c8c-43db-a63e-434c81645a35" providerId="ADAL" clId="{94515437-04C1-40B4-975D-6F935D79E21F}" dt="2025-05-26T13:13:35.637" v="5638" actId="478"/>
          <ac:spMkLst>
            <pc:docMk/>
            <pc:sldMk cId="442202718" sldId="285"/>
            <ac:spMk id="12" creationId="{C03FF5E4-3F37-1765-2DC7-FAD4A31AFC2C}"/>
          </ac:spMkLst>
        </pc:spChg>
        <pc:spChg chg="add mod">
          <ac:chgData name="FRANCESCO ALESSANDRO PINTO" userId="e647daa0-8c8c-43db-a63e-434c81645a35" providerId="ADAL" clId="{94515437-04C1-40B4-975D-6F935D79E21F}" dt="2025-05-23T15:38:17.951" v="1827" actId="1035"/>
          <ac:spMkLst>
            <pc:docMk/>
            <pc:sldMk cId="442202718" sldId="285"/>
            <ac:spMk id="15" creationId="{12CAEB0F-235D-D895-B317-AA2409B1BA8D}"/>
          </ac:spMkLst>
        </pc:spChg>
        <pc:spChg chg="add del">
          <ac:chgData name="FRANCESCO ALESSANDRO PINTO" userId="e647daa0-8c8c-43db-a63e-434c81645a35" providerId="ADAL" clId="{94515437-04C1-40B4-975D-6F935D79E21F}" dt="2025-05-26T13:13:35.331" v="5637" actId="478"/>
          <ac:spMkLst>
            <pc:docMk/>
            <pc:sldMk cId="442202718" sldId="285"/>
            <ac:spMk id="16" creationId="{B116820A-0172-D985-DFAA-87A8446890CB}"/>
          </ac:spMkLst>
        </pc:spChg>
        <pc:picChg chg="add mod">
          <ac:chgData name="FRANCESCO ALESSANDRO PINTO" userId="e647daa0-8c8c-43db-a63e-434c81645a35" providerId="ADAL" clId="{94515437-04C1-40B4-975D-6F935D79E21F}" dt="2025-05-26T13:19:25.626" v="5818"/>
          <ac:picMkLst>
            <pc:docMk/>
            <pc:sldMk cId="442202718" sldId="285"/>
            <ac:picMk id="5" creationId="{348EC4C6-F1DF-52A8-4345-32E8C1C4B326}"/>
          </ac:picMkLst>
        </pc:picChg>
        <pc:picChg chg="add mod">
          <ac:chgData name="FRANCESCO ALESSANDRO PINTO" userId="e647daa0-8c8c-43db-a63e-434c81645a35" providerId="ADAL" clId="{94515437-04C1-40B4-975D-6F935D79E21F}" dt="2025-05-23T15:38:17.951" v="1827" actId="1035"/>
          <ac:picMkLst>
            <pc:docMk/>
            <pc:sldMk cId="442202718" sldId="285"/>
            <ac:picMk id="13" creationId="{1F494ACD-5D9D-3B48-36B2-EEB4099A8F06}"/>
          </ac:picMkLst>
        </pc:picChg>
        <pc:picChg chg="add mod">
          <ac:chgData name="FRANCESCO ALESSANDRO PINTO" userId="e647daa0-8c8c-43db-a63e-434c81645a35" providerId="ADAL" clId="{94515437-04C1-40B4-975D-6F935D79E21F}" dt="2025-05-23T16:02:13.802" v="2287" actId="1076"/>
          <ac:picMkLst>
            <pc:docMk/>
            <pc:sldMk cId="442202718" sldId="285"/>
            <ac:picMk id="18" creationId="{36E958A6-12E2-0C3C-A6FE-9E8BEDF0A469}"/>
          </ac:picMkLst>
        </pc:picChg>
        <pc:picChg chg="add mod">
          <ac:chgData name="FRANCESCO ALESSANDRO PINTO" userId="e647daa0-8c8c-43db-a63e-434c81645a35" providerId="ADAL" clId="{94515437-04C1-40B4-975D-6F935D79E21F}" dt="2025-05-23T15:38:31.159" v="1830" actId="1076"/>
          <ac:picMkLst>
            <pc:docMk/>
            <pc:sldMk cId="442202718" sldId="285"/>
            <ac:picMk id="3074" creationId="{552AA128-702C-1296-EB99-C06029C9589E}"/>
          </ac:picMkLst>
        </pc:picChg>
      </pc:sldChg>
      <pc:sldChg chg="addSp delSp modSp add mod addAnim delAnim modAnim">
        <pc:chgData name="FRANCESCO ALESSANDRO PINTO" userId="e647daa0-8c8c-43db-a63e-434c81645a35" providerId="ADAL" clId="{94515437-04C1-40B4-975D-6F935D79E21F}" dt="2025-05-26T13:24:13.969" v="5858"/>
        <pc:sldMkLst>
          <pc:docMk/>
          <pc:sldMk cId="1003845412" sldId="286"/>
        </pc:sldMkLst>
        <pc:spChg chg="mod">
          <ac:chgData name="FRANCESCO ALESSANDRO PINTO" userId="e647daa0-8c8c-43db-a63e-434c81645a35" providerId="ADAL" clId="{94515437-04C1-40B4-975D-6F935D79E21F}" dt="2025-05-23T16:01:17.186" v="2230" actId="20577"/>
          <ac:spMkLst>
            <pc:docMk/>
            <pc:sldMk cId="1003845412" sldId="286"/>
            <ac:spMk id="3" creationId="{A0B9CA70-E497-B535-C3D0-B4F215166FBE}"/>
          </ac:spMkLst>
        </pc:spChg>
        <pc:spChg chg="add mod">
          <ac:chgData name="FRANCESCO ALESSANDRO PINTO" userId="e647daa0-8c8c-43db-a63e-434c81645a35" providerId="ADAL" clId="{94515437-04C1-40B4-975D-6F935D79E21F}" dt="2025-05-23T15:33:02.552" v="1590" actId="1076"/>
          <ac:spMkLst>
            <pc:docMk/>
            <pc:sldMk cId="1003845412" sldId="286"/>
            <ac:spMk id="8" creationId="{08DA7BAF-784E-B7F8-C178-E0E0AD4BAD42}"/>
          </ac:spMkLst>
        </pc:spChg>
        <pc:spChg chg="add mod">
          <ac:chgData name="FRANCESCO ALESSANDRO PINTO" userId="e647daa0-8c8c-43db-a63e-434c81645a35" providerId="ADAL" clId="{94515437-04C1-40B4-975D-6F935D79E21F}" dt="2025-05-26T13:24:13.969" v="5858"/>
          <ac:spMkLst>
            <pc:docMk/>
            <pc:sldMk cId="1003845412" sldId="286"/>
            <ac:spMk id="11" creationId="{D4B6B5A8-4589-5A7A-BE50-81A75C56650D}"/>
          </ac:spMkLst>
        </pc:spChg>
        <pc:spChg chg="add del">
          <ac:chgData name="FRANCESCO ALESSANDRO PINTO" userId="e647daa0-8c8c-43db-a63e-434c81645a35" providerId="ADAL" clId="{94515437-04C1-40B4-975D-6F935D79E21F}" dt="2025-05-26T13:13:36.454" v="5640" actId="478"/>
          <ac:spMkLst>
            <pc:docMk/>
            <pc:sldMk cId="1003845412" sldId="286"/>
            <ac:spMk id="12" creationId="{1721B1CE-952E-20F6-6E14-9F5C607FC1CC}"/>
          </ac:spMkLst>
        </pc:spChg>
        <pc:spChg chg="add mod">
          <ac:chgData name="FRANCESCO ALESSANDRO PINTO" userId="e647daa0-8c8c-43db-a63e-434c81645a35" providerId="ADAL" clId="{94515437-04C1-40B4-975D-6F935D79E21F}" dt="2025-05-23T15:37:11.132" v="1654" actId="1076"/>
          <ac:spMkLst>
            <pc:docMk/>
            <pc:sldMk cId="1003845412" sldId="286"/>
            <ac:spMk id="13" creationId="{590F48F6-BCE8-8E3A-1BBD-EAAB53D77D84}"/>
          </ac:spMkLst>
        </pc:spChg>
        <pc:spChg chg="add del">
          <ac:chgData name="FRANCESCO ALESSANDRO PINTO" userId="e647daa0-8c8c-43db-a63e-434c81645a35" providerId="ADAL" clId="{94515437-04C1-40B4-975D-6F935D79E21F}" dt="2025-05-26T13:13:35.872" v="5639" actId="478"/>
          <ac:spMkLst>
            <pc:docMk/>
            <pc:sldMk cId="1003845412" sldId="286"/>
            <ac:spMk id="16" creationId="{07D68F42-31E2-7018-72BA-FB6D98437E9B}"/>
          </ac:spMkLst>
        </pc:spChg>
        <pc:spChg chg="add mod">
          <ac:chgData name="FRANCESCO ALESSANDRO PINTO" userId="e647daa0-8c8c-43db-a63e-434c81645a35" providerId="ADAL" clId="{94515437-04C1-40B4-975D-6F935D79E21F}" dt="2025-05-23T15:35:37.909" v="1640" actId="403"/>
          <ac:spMkLst>
            <pc:docMk/>
            <pc:sldMk cId="1003845412" sldId="286"/>
            <ac:spMk id="17" creationId="{4D25D243-38E3-213D-84C3-1C4C609E1477}"/>
          </ac:spMkLst>
        </pc:spChg>
        <pc:picChg chg="add mod">
          <ac:chgData name="FRANCESCO ALESSANDRO PINTO" userId="e647daa0-8c8c-43db-a63e-434c81645a35" providerId="ADAL" clId="{94515437-04C1-40B4-975D-6F935D79E21F}" dt="2025-05-26T13:19:23.369" v="5817"/>
          <ac:picMkLst>
            <pc:docMk/>
            <pc:sldMk cId="1003845412" sldId="286"/>
            <ac:picMk id="6" creationId="{7DD1A61C-2B13-50B5-AB84-C2F3EB1AA2D4}"/>
          </ac:picMkLst>
        </pc:picChg>
        <pc:picChg chg="add mod">
          <ac:chgData name="FRANCESCO ALESSANDRO PINTO" userId="e647daa0-8c8c-43db-a63e-434c81645a35" providerId="ADAL" clId="{94515437-04C1-40B4-975D-6F935D79E21F}" dt="2025-05-23T15:32:45.605" v="1583" actId="1076"/>
          <ac:picMkLst>
            <pc:docMk/>
            <pc:sldMk cId="1003845412" sldId="286"/>
            <ac:picMk id="7" creationId="{27EDECBF-0ACB-84ED-1171-1419CED6F0B3}"/>
          </ac:picMkLst>
        </pc:picChg>
        <pc:picChg chg="add mod">
          <ac:chgData name="FRANCESCO ALESSANDRO PINTO" userId="e647daa0-8c8c-43db-a63e-434c81645a35" providerId="ADAL" clId="{94515437-04C1-40B4-975D-6F935D79E21F}" dt="2025-05-23T15:37:07.017" v="1653" actId="1076"/>
          <ac:picMkLst>
            <pc:docMk/>
            <pc:sldMk cId="1003845412" sldId="286"/>
            <ac:picMk id="19" creationId="{9A33A744-521E-FE50-861B-0C85270408F1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16.963" v="5860"/>
        <pc:sldMkLst>
          <pc:docMk/>
          <pc:sldMk cId="3372366951" sldId="287"/>
        </pc:sldMkLst>
        <pc:spChg chg="mod">
          <ac:chgData name="FRANCESCO ALESSANDRO PINTO" userId="e647daa0-8c8c-43db-a63e-434c81645a35" providerId="ADAL" clId="{94515437-04C1-40B4-975D-6F935D79E21F}" dt="2025-05-23T16:01:34.457" v="2280" actId="20577"/>
          <ac:spMkLst>
            <pc:docMk/>
            <pc:sldMk cId="3372366951" sldId="287"/>
            <ac:spMk id="3" creationId="{EC0DA2C4-A982-D589-DC22-3F6940409128}"/>
          </ac:spMkLst>
        </pc:spChg>
        <pc:spChg chg="add mod">
          <ac:chgData name="FRANCESCO ALESSANDRO PINTO" userId="e647daa0-8c8c-43db-a63e-434c81645a35" providerId="ADAL" clId="{94515437-04C1-40B4-975D-6F935D79E21F}" dt="2025-05-23T15:40:01.099" v="1839" actId="207"/>
          <ac:spMkLst>
            <pc:docMk/>
            <pc:sldMk cId="3372366951" sldId="287"/>
            <ac:spMk id="7" creationId="{C33940A4-C3C2-9F3E-ED44-2D391F3EEEE5}"/>
          </ac:spMkLst>
        </pc:spChg>
        <pc:spChg chg="add mod">
          <ac:chgData name="FRANCESCO ALESSANDRO PINTO" userId="e647daa0-8c8c-43db-a63e-434c81645a35" providerId="ADAL" clId="{94515437-04C1-40B4-975D-6F935D79E21F}" dt="2025-05-26T13:24:16.963" v="5860"/>
          <ac:spMkLst>
            <pc:docMk/>
            <pc:sldMk cId="3372366951" sldId="287"/>
            <ac:spMk id="10" creationId="{D1673372-FFE2-27BA-4FFF-B67BD914A01D}"/>
          </ac:spMkLst>
        </pc:spChg>
        <pc:spChg chg="mod">
          <ac:chgData name="FRANCESCO ALESSANDRO PINTO" userId="e647daa0-8c8c-43db-a63e-434c81645a35" providerId="ADAL" clId="{94515437-04C1-40B4-975D-6F935D79E21F}" dt="2025-05-23T15:40:13.475" v="1840" actId="688"/>
          <ac:spMkLst>
            <pc:docMk/>
            <pc:sldMk cId="3372366951" sldId="287"/>
            <ac:spMk id="12" creationId="{85AE8A67-94F0-1D5C-5010-C8DFB10BAC5A}"/>
          </ac:spMkLst>
        </pc:spChg>
        <pc:spChg chg="add mod">
          <ac:chgData name="FRANCESCO ALESSANDRO PINTO" userId="e647daa0-8c8c-43db-a63e-434c81645a35" providerId="ADAL" clId="{94515437-04C1-40B4-975D-6F935D79E21F}" dt="2025-05-23T15:42:15.263" v="1917" actId="688"/>
          <ac:spMkLst>
            <pc:docMk/>
            <pc:sldMk cId="3372366951" sldId="287"/>
            <ac:spMk id="18" creationId="{34B532F9-68A3-55A9-C12E-43AFF1F968B5}"/>
          </ac:spMkLst>
        </pc:spChg>
        <pc:spChg chg="add mod">
          <ac:chgData name="FRANCESCO ALESSANDRO PINTO" userId="e647daa0-8c8c-43db-a63e-434c81645a35" providerId="ADAL" clId="{94515437-04C1-40B4-975D-6F935D79E21F}" dt="2025-05-23T15:47:12.696" v="1983" actId="1076"/>
          <ac:spMkLst>
            <pc:docMk/>
            <pc:sldMk cId="3372366951" sldId="287"/>
            <ac:spMk id="24" creationId="{1FDB6688-7BD4-3DEA-8ED1-8429CF8D0351}"/>
          </ac:spMkLst>
        </pc:spChg>
        <pc:spChg chg="add mod">
          <ac:chgData name="FRANCESCO ALESSANDRO PINTO" userId="e647daa0-8c8c-43db-a63e-434c81645a35" providerId="ADAL" clId="{94515437-04C1-40B4-975D-6F935D79E21F}" dt="2025-05-23T15:49:55.071" v="2017" actId="1076"/>
          <ac:spMkLst>
            <pc:docMk/>
            <pc:sldMk cId="3372366951" sldId="287"/>
            <ac:spMk id="29" creationId="{1CBA6C36-B845-F7BD-FA46-49269F1EBA2B}"/>
          </ac:spMkLst>
        </pc:spChg>
        <pc:spChg chg="mod">
          <ac:chgData name="FRANCESCO ALESSANDRO PINTO" userId="e647daa0-8c8c-43db-a63e-434c81645a35" providerId="ADAL" clId="{94515437-04C1-40B4-975D-6F935D79E21F}" dt="2025-05-23T15:41:31.401" v="1850" actId="1076"/>
          <ac:spMkLst>
            <pc:docMk/>
            <pc:sldMk cId="3372366951" sldId="287"/>
            <ac:spMk id="234" creationId="{884CEFA2-E58A-B990-DA38-3C21B334493C}"/>
          </ac:spMkLst>
        </pc:spChg>
        <pc:picChg chg="add mod">
          <ac:chgData name="FRANCESCO ALESSANDRO PINTO" userId="e647daa0-8c8c-43db-a63e-434c81645a35" providerId="ADAL" clId="{94515437-04C1-40B4-975D-6F935D79E21F}" dt="2025-05-26T13:19:27.277" v="5819"/>
          <ac:picMkLst>
            <pc:docMk/>
            <pc:sldMk cId="3372366951" sldId="287"/>
            <ac:picMk id="5" creationId="{47E1EBBA-44E8-4ACD-025E-EF60785B8631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8" creationId="{043C9B34-9B36-AA8B-3596-845FBF71DAE0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17" creationId="{4228919F-F32D-9972-C44C-AC6890C47159}"/>
          </ac:picMkLst>
        </pc:picChg>
        <pc:picChg chg="add mod">
          <ac:chgData name="FRANCESCO ALESSANDRO PINTO" userId="e647daa0-8c8c-43db-a63e-434c81645a35" providerId="ADAL" clId="{94515437-04C1-40B4-975D-6F935D79E21F}" dt="2025-05-23T15:47:00.686" v="1981" actId="1076"/>
          <ac:picMkLst>
            <pc:docMk/>
            <pc:sldMk cId="3372366951" sldId="287"/>
            <ac:picMk id="23" creationId="{1323DF24-736C-986A-A268-CC46AB4A1262}"/>
          </ac:picMkLst>
        </pc:picChg>
        <pc:picChg chg="add mod">
          <ac:chgData name="FRANCESCO ALESSANDRO PINTO" userId="e647daa0-8c8c-43db-a63e-434c81645a35" providerId="ADAL" clId="{94515437-04C1-40B4-975D-6F935D79E21F}" dt="2025-05-23T15:49:52.721" v="2016" actId="1076"/>
          <ac:picMkLst>
            <pc:docMk/>
            <pc:sldMk cId="3372366951" sldId="287"/>
            <ac:picMk id="28" creationId="{E9A03120-AD3B-92E6-9E1A-5EB6CC4C4F77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20.163" v="5861"/>
        <pc:sldMkLst>
          <pc:docMk/>
          <pc:sldMk cId="1401141599" sldId="288"/>
        </pc:sldMkLst>
        <pc:spChg chg="mod">
          <ac:chgData name="FRANCESCO ALESSANDRO PINTO" userId="e647daa0-8c8c-43db-a63e-434c81645a35" providerId="ADAL" clId="{94515437-04C1-40B4-975D-6F935D79E21F}" dt="2025-05-24T17:06:29.355" v="5372" actId="20577"/>
          <ac:spMkLst>
            <pc:docMk/>
            <pc:sldMk cId="1401141599" sldId="288"/>
            <ac:spMk id="3" creationId="{BA6F81D2-F592-3615-F834-B103A739C890}"/>
          </ac:spMkLst>
        </pc:spChg>
        <pc:spChg chg="add mod">
          <ac:chgData name="FRANCESCO ALESSANDRO PINTO" userId="e647daa0-8c8c-43db-a63e-434c81645a35" providerId="ADAL" clId="{94515437-04C1-40B4-975D-6F935D79E21F}" dt="2025-05-24T09:05:47.882" v="5126" actId="1076"/>
          <ac:spMkLst>
            <pc:docMk/>
            <pc:sldMk cId="1401141599" sldId="288"/>
            <ac:spMk id="5" creationId="{054C44A6-5414-BF82-4E27-2D0279D1F23D}"/>
          </ac:spMkLst>
        </pc:spChg>
        <pc:spChg chg="add mod">
          <ac:chgData name="FRANCESCO ALESSANDRO PINTO" userId="e647daa0-8c8c-43db-a63e-434c81645a35" providerId="ADAL" clId="{94515437-04C1-40B4-975D-6F935D79E21F}" dt="2025-05-24T09:06:09.091" v="5147" actId="688"/>
          <ac:spMkLst>
            <pc:docMk/>
            <pc:sldMk cId="1401141599" sldId="288"/>
            <ac:spMk id="6" creationId="{1AE5E982-F0B8-6B90-89A2-AF154484FDCC}"/>
          </ac:spMkLst>
        </pc:spChg>
        <pc:spChg chg="add mod">
          <ac:chgData name="FRANCESCO ALESSANDRO PINTO" userId="e647daa0-8c8c-43db-a63e-434c81645a35" providerId="ADAL" clId="{94515437-04C1-40B4-975D-6F935D79E21F}" dt="2025-05-26T13:24:20.163" v="5861"/>
          <ac:spMkLst>
            <pc:docMk/>
            <pc:sldMk cId="1401141599" sldId="288"/>
            <ac:spMk id="10" creationId="{B465180F-E48E-4567-8553-F5B1760E9BD5}"/>
          </ac:spMkLst>
        </pc:spChg>
        <pc:spChg chg="add mod">
          <ac:chgData name="FRANCESCO ALESSANDRO PINTO" userId="e647daa0-8c8c-43db-a63e-434c81645a35" providerId="ADAL" clId="{94515437-04C1-40B4-975D-6F935D79E21F}" dt="2025-05-23T15:54:21.043" v="2053"/>
          <ac:spMkLst>
            <pc:docMk/>
            <pc:sldMk cId="1401141599" sldId="288"/>
            <ac:spMk id="20" creationId="{454C2003-D1D6-3E9C-6975-02AC93075592}"/>
          </ac:spMkLst>
        </pc:spChg>
        <pc:spChg chg="add mod">
          <ac:chgData name="FRANCESCO ALESSANDRO PINTO" userId="e647daa0-8c8c-43db-a63e-434c81645a35" providerId="ADAL" clId="{94515437-04C1-40B4-975D-6F935D79E21F}" dt="2025-05-23T15:57:24.358" v="2163" actId="20577"/>
          <ac:spMkLst>
            <pc:docMk/>
            <pc:sldMk cId="1401141599" sldId="288"/>
            <ac:spMk id="21" creationId="{33392895-65A1-F186-6117-3E5F26B51852}"/>
          </ac:spMkLst>
        </pc:spChg>
        <pc:spChg chg="add mod">
          <ac:chgData name="FRANCESCO ALESSANDRO PINTO" userId="e647daa0-8c8c-43db-a63e-434c81645a35" providerId="ADAL" clId="{94515437-04C1-40B4-975D-6F935D79E21F}" dt="2025-05-24T09:05:54.166" v="5142" actId="20577"/>
          <ac:spMkLst>
            <pc:docMk/>
            <pc:sldMk cId="1401141599" sldId="288"/>
            <ac:spMk id="26" creationId="{88487EE3-D8F2-BE37-5922-557C314E60F7}"/>
          </ac:spMkLst>
        </pc:spChg>
        <pc:spChg chg="add mod">
          <ac:chgData name="FRANCESCO ALESSANDRO PINTO" userId="e647daa0-8c8c-43db-a63e-434c81645a35" providerId="ADAL" clId="{94515437-04C1-40B4-975D-6F935D79E21F}" dt="2025-05-23T15:57:54.325" v="2164"/>
          <ac:spMkLst>
            <pc:docMk/>
            <pc:sldMk cId="1401141599" sldId="288"/>
            <ac:spMk id="27" creationId="{01968B84-A552-D730-A750-04BF7920C2DB}"/>
          </ac:spMkLst>
        </pc:spChg>
        <pc:picChg chg="add mod">
          <ac:chgData name="FRANCESCO ALESSANDRO PINTO" userId="e647daa0-8c8c-43db-a63e-434c81645a35" providerId="ADAL" clId="{94515437-04C1-40B4-975D-6F935D79E21F}" dt="2025-05-26T13:19:28.748" v="5820"/>
          <ac:picMkLst>
            <pc:docMk/>
            <pc:sldMk cId="1401141599" sldId="288"/>
            <ac:picMk id="7" creationId="{E5BFABEE-0A71-900F-D3FD-69FC01FF53F9}"/>
          </ac:picMkLst>
        </pc:picChg>
        <pc:picChg chg="add mod">
          <ac:chgData name="FRANCESCO ALESSANDRO PINTO" userId="e647daa0-8c8c-43db-a63e-434c81645a35" providerId="ADAL" clId="{94515437-04C1-40B4-975D-6F935D79E21F}" dt="2025-05-24T09:06:11.009" v="5148" actId="1076"/>
          <ac:picMkLst>
            <pc:docMk/>
            <pc:sldMk cId="1401141599" sldId="288"/>
            <ac:picMk id="11" creationId="{EA9F69D0-5894-F3D4-857F-18A6BCB1A5F1}"/>
          </ac:picMkLst>
        </pc:picChg>
        <pc:picChg chg="add mod">
          <ac:chgData name="FRANCESCO ALESSANDRO PINTO" userId="e647daa0-8c8c-43db-a63e-434c81645a35" providerId="ADAL" clId="{94515437-04C1-40B4-975D-6F935D79E21F}" dt="2025-05-24T09:05:39.415" v="5124" actId="1076"/>
          <ac:picMkLst>
            <pc:docMk/>
            <pc:sldMk cId="1401141599" sldId="288"/>
            <ac:picMk id="22" creationId="{FE3BEA7F-8BAA-3588-9DFB-B554615ACB61}"/>
          </ac:picMkLst>
        </pc:picChg>
        <pc:picChg chg="add mod">
          <ac:chgData name="FRANCESCO ALESSANDRO PINTO" userId="e647daa0-8c8c-43db-a63e-434c81645a35" providerId="ADAL" clId="{94515437-04C1-40B4-975D-6F935D79E21F}" dt="2025-05-24T09:05:43.252" v="5125" actId="1076"/>
          <ac:picMkLst>
            <pc:docMk/>
            <pc:sldMk cId="1401141599" sldId="288"/>
            <ac:picMk id="25" creationId="{CBEF41F4-C66A-F630-3891-CDBDB87AA753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5:50:36.560" v="2019" actId="2696"/>
        <pc:sldMkLst>
          <pc:docMk/>
          <pc:sldMk cId="1575955038" sldId="288"/>
        </pc:sldMkLst>
      </pc:sldChg>
      <pc:sldChg chg="addSp delSp modSp add mod ord delAnim modAnim">
        <pc:chgData name="FRANCESCO ALESSANDRO PINTO" userId="e647daa0-8c8c-43db-a63e-434c81645a35" providerId="ADAL" clId="{94515437-04C1-40B4-975D-6F935D79E21F}" dt="2025-05-26T13:28:13.866" v="6197" actId="1038"/>
        <pc:sldMkLst>
          <pc:docMk/>
          <pc:sldMk cId="2264291606" sldId="289"/>
        </pc:sldMkLst>
        <pc:spChg chg="mod">
          <ac:chgData name="FRANCESCO ALESSANDRO PINTO" userId="e647daa0-8c8c-43db-a63e-434c81645a35" providerId="ADAL" clId="{94515437-04C1-40B4-975D-6F935D79E21F}" dt="2025-05-23T16:03:32.233" v="2325" actId="20577"/>
          <ac:spMkLst>
            <pc:docMk/>
            <pc:sldMk cId="2264291606" sldId="289"/>
            <ac:spMk id="3" creationId="{C8F9C2AA-1D27-C79B-FA13-C0A5F68009D2}"/>
          </ac:spMkLst>
        </pc:spChg>
        <pc:spChg chg="add mod">
          <ac:chgData name="FRANCESCO ALESSANDRO PINTO" userId="e647daa0-8c8c-43db-a63e-434c81645a35" providerId="ADAL" clId="{94515437-04C1-40B4-975D-6F935D79E21F}" dt="2025-05-26T13:24:49.160" v="5877" actId="1037"/>
          <ac:spMkLst>
            <pc:docMk/>
            <pc:sldMk cId="2264291606" sldId="289"/>
            <ac:spMk id="7" creationId="{C5E224F4-D342-17DC-C99C-409A6766A555}"/>
          </ac:spMkLst>
        </pc:spChg>
        <pc:spChg chg="add mod">
          <ac:chgData name="FRANCESCO ALESSANDRO PINTO" userId="e647daa0-8c8c-43db-a63e-434c81645a35" providerId="ADAL" clId="{94515437-04C1-40B4-975D-6F935D79E21F}" dt="2025-05-26T13:28:13.866" v="6197" actId="1038"/>
          <ac:spMkLst>
            <pc:docMk/>
            <pc:sldMk cId="2264291606" sldId="289"/>
            <ac:spMk id="8" creationId="{32AFD960-B04D-DCCA-D9C6-220228719857}"/>
          </ac:spMkLst>
        </pc:spChg>
        <pc:spChg chg="add mod">
          <ac:chgData name="FRANCESCO ALESSANDRO PINTO" userId="e647daa0-8c8c-43db-a63e-434c81645a35" providerId="ADAL" clId="{94515437-04C1-40B4-975D-6F935D79E21F}" dt="2025-05-26T13:28:05.912" v="6110" actId="1038"/>
          <ac:spMkLst>
            <pc:docMk/>
            <pc:sldMk cId="2264291606" sldId="289"/>
            <ac:spMk id="11" creationId="{89CBAD6C-8C34-5E6B-698C-B87C23164E03}"/>
          </ac:spMkLst>
        </pc:spChg>
        <pc:spChg chg="add mod">
          <ac:chgData name="FRANCESCO ALESSANDRO PINTO" userId="e647daa0-8c8c-43db-a63e-434c81645a35" providerId="ADAL" clId="{94515437-04C1-40B4-975D-6F935D79E21F}" dt="2025-05-23T16:11:51.732" v="2369" actId="1076"/>
          <ac:spMkLst>
            <pc:docMk/>
            <pc:sldMk cId="2264291606" sldId="289"/>
            <ac:spMk id="21" creationId="{6A95D81A-032C-7BB3-9FD1-B5A3B7672A8E}"/>
          </ac:spMkLst>
        </pc:spChg>
        <pc:spChg chg="add mod">
          <ac:chgData name="FRANCESCO ALESSANDRO PINTO" userId="e647daa0-8c8c-43db-a63e-434c81645a35" providerId="ADAL" clId="{94515437-04C1-40B4-975D-6F935D79E21F}" dt="2025-05-23T16:05:57.514" v="2350"/>
          <ac:spMkLst>
            <pc:docMk/>
            <pc:sldMk cId="2264291606" sldId="289"/>
            <ac:spMk id="22" creationId="{64F521B1-4EA9-A366-2E76-20A22DB3C67C}"/>
          </ac:spMkLst>
        </pc:spChg>
        <pc:spChg chg="add mod">
          <ac:chgData name="FRANCESCO ALESSANDRO PINTO" userId="e647daa0-8c8c-43db-a63e-434c81645a35" providerId="ADAL" clId="{94515437-04C1-40B4-975D-6F935D79E21F}" dt="2025-05-23T16:13:41.947" v="2449" actId="113"/>
          <ac:spMkLst>
            <pc:docMk/>
            <pc:sldMk cId="2264291606" sldId="289"/>
            <ac:spMk id="31" creationId="{77B8791E-10BC-9B2E-C0B0-A4F7EA226658}"/>
          </ac:spMkLst>
        </pc:spChg>
        <pc:spChg chg="add mod">
          <ac:chgData name="FRANCESCO ALESSANDRO PINTO" userId="e647daa0-8c8c-43db-a63e-434c81645a35" providerId="ADAL" clId="{94515437-04C1-40B4-975D-6F935D79E21F}" dt="2025-05-23T16:15:41.120" v="2558" actId="1076"/>
          <ac:spMkLst>
            <pc:docMk/>
            <pc:sldMk cId="2264291606" sldId="289"/>
            <ac:spMk id="32" creationId="{EEDBFF51-3300-EFA1-EEEF-BE5A50999029}"/>
          </ac:spMkLst>
        </pc:spChg>
        <pc:spChg chg="add mod">
          <ac:chgData name="FRANCESCO ALESSANDRO PINTO" userId="e647daa0-8c8c-43db-a63e-434c81645a35" providerId="ADAL" clId="{94515437-04C1-40B4-975D-6F935D79E21F}" dt="2025-05-23T16:16:14.697" v="2623" actId="20577"/>
          <ac:spMkLst>
            <pc:docMk/>
            <pc:sldMk cId="2264291606" sldId="289"/>
            <ac:spMk id="35" creationId="{99047067-8B00-0B9E-A295-88D883294B94}"/>
          </ac:spMkLst>
        </pc:spChg>
        <pc:picChg chg="add mod">
          <ac:chgData name="FRANCESCO ALESSANDRO PINTO" userId="e647daa0-8c8c-43db-a63e-434c81645a35" providerId="ADAL" clId="{94515437-04C1-40B4-975D-6F935D79E21F}" dt="2025-05-26T13:19:30.591" v="5821"/>
          <ac:picMkLst>
            <pc:docMk/>
            <pc:sldMk cId="2264291606" sldId="289"/>
            <ac:picMk id="5" creationId="{6290D470-E74B-5930-40F4-CD841DEC5844}"/>
          </ac:picMkLst>
        </pc:picChg>
        <pc:picChg chg="add mod">
          <ac:chgData name="FRANCESCO ALESSANDRO PINTO" userId="e647daa0-8c8c-43db-a63e-434c81645a35" providerId="ADAL" clId="{94515437-04C1-40B4-975D-6F935D79E21F}" dt="2025-05-26T13:28:13.866" v="6197" actId="1038"/>
          <ac:picMkLst>
            <pc:docMk/>
            <pc:sldMk cId="2264291606" sldId="289"/>
            <ac:picMk id="10" creationId="{1418A5A2-70E0-7286-8EFD-0B9B90848283}"/>
          </ac:picMkLst>
        </pc:picChg>
        <pc:picChg chg="add mod">
          <ac:chgData name="FRANCESCO ALESSANDRO PINTO" userId="e647daa0-8c8c-43db-a63e-434c81645a35" providerId="ADAL" clId="{94515437-04C1-40B4-975D-6F935D79E21F}" dt="2025-05-26T13:28:05.912" v="6110" actId="1038"/>
          <ac:picMkLst>
            <pc:docMk/>
            <pc:sldMk cId="2264291606" sldId="289"/>
            <ac:picMk id="12" creationId="{96F50E74-3600-38DB-DDB7-E211CF2EAC61}"/>
          </ac:picMkLst>
        </pc:picChg>
        <pc:picChg chg="add mod">
          <ac:chgData name="FRANCESCO ALESSANDRO PINTO" userId="e647daa0-8c8c-43db-a63e-434c81645a35" providerId="ADAL" clId="{94515437-04C1-40B4-975D-6F935D79E21F}" dt="2025-05-23T16:06:13.131" v="2354" actId="1076"/>
          <ac:picMkLst>
            <pc:docMk/>
            <pc:sldMk cId="2264291606" sldId="289"/>
            <ac:picMk id="26" creationId="{22F0CEB8-D041-6699-E42E-BA931C0A5C2B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6T13:28:45.571" v="6294" actId="1036"/>
        <pc:sldMkLst>
          <pc:docMk/>
          <pc:sldMk cId="552862991" sldId="290"/>
        </pc:sldMkLst>
        <pc:spChg chg="add mod">
          <ac:chgData name="FRANCESCO ALESSANDRO PINTO" userId="e647daa0-8c8c-43db-a63e-434c81645a35" providerId="ADAL" clId="{94515437-04C1-40B4-975D-6F935D79E21F}" dt="2025-05-26T13:27:51.101" v="6022" actId="208"/>
          <ac:spMkLst>
            <pc:docMk/>
            <pc:sldMk cId="552862991" sldId="290"/>
            <ac:spMk id="2" creationId="{D91B8FCD-E420-1E86-3A3C-8237739F05F6}"/>
          </ac:spMkLst>
        </pc:spChg>
        <pc:spChg chg="mod">
          <ac:chgData name="FRANCESCO ALESSANDRO PINTO" userId="e647daa0-8c8c-43db-a63e-434c81645a35" providerId="ADAL" clId="{94515437-04C1-40B4-975D-6F935D79E21F}" dt="2025-05-23T16:27:25.796" v="2753" actId="20577"/>
          <ac:spMkLst>
            <pc:docMk/>
            <pc:sldMk cId="552862991" sldId="290"/>
            <ac:spMk id="3" creationId="{997F532F-9EB0-A030-8B20-F0B682DFA557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4" creationId="{1FAEF631-40CE-0BE9-7ECF-6458997901AF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5" creationId="{D1273A02-A3F1-82E4-7E47-7A180EE68171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7" creationId="{42FC75BF-E5C2-C00A-5F61-10332E3CDEE8}"/>
          </ac:spMkLst>
        </pc:spChg>
        <pc:spChg chg="add mod">
          <ac:chgData name="FRANCESCO ALESSANDRO PINTO" userId="e647daa0-8c8c-43db-a63e-434c81645a35" providerId="ADAL" clId="{94515437-04C1-40B4-975D-6F935D79E21F}" dt="2025-05-26T13:26:17.787" v="5878" actId="208"/>
          <ac:spMkLst>
            <pc:docMk/>
            <pc:sldMk cId="552862991" sldId="290"/>
            <ac:spMk id="12" creationId="{FCE627B0-63B7-D893-83E5-C363CCB1B8DE}"/>
          </ac:spMkLst>
        </pc:spChg>
        <pc:spChg chg="mod">
          <ac:chgData name="FRANCESCO ALESSANDRO PINTO" userId="e647daa0-8c8c-43db-a63e-434c81645a35" providerId="ADAL" clId="{94515437-04C1-40B4-975D-6F935D79E21F}" dt="2025-05-24T16:48:05.312" v="5264" actId="20577"/>
          <ac:spMkLst>
            <pc:docMk/>
            <pc:sldMk cId="552862991" sldId="290"/>
            <ac:spMk id="236" creationId="{C91A17A0-D644-F4A5-8AC7-EDDEEE6DB679}"/>
          </ac:spMkLst>
        </pc:spChg>
        <pc:picChg chg="add mod">
          <ac:chgData name="FRANCESCO ALESSANDRO PINTO" userId="e647daa0-8c8c-43db-a63e-434c81645a35" providerId="ADAL" clId="{94515437-04C1-40B4-975D-6F935D79E21F}" dt="2025-05-26T13:28:45.571" v="6294" actId="1036"/>
          <ac:picMkLst>
            <pc:docMk/>
            <pc:sldMk cId="552862991" sldId="290"/>
            <ac:picMk id="6" creationId="{A42F31B3-892A-CFD6-3322-EB3816B6D5A8}"/>
          </ac:picMkLst>
        </pc:picChg>
        <pc:picChg chg="add mod ord">
          <ac:chgData name="FRANCESCO ALESSANDRO PINTO" userId="e647daa0-8c8c-43db-a63e-434c81645a35" providerId="ADAL" clId="{94515437-04C1-40B4-975D-6F935D79E21F}" dt="2025-05-23T16:35:34.850" v="2915" actId="1076"/>
          <ac:picMkLst>
            <pc:docMk/>
            <pc:sldMk cId="552862991" sldId="290"/>
            <ac:picMk id="9" creationId="{ADD30302-043D-5D94-74D7-B20A774AE216}"/>
          </ac:picMkLst>
        </pc:picChg>
        <pc:picChg chg="add mod">
          <ac:chgData name="FRANCESCO ALESSANDRO PINTO" userId="e647daa0-8c8c-43db-a63e-434c81645a35" providerId="ADAL" clId="{94515437-04C1-40B4-975D-6F935D79E21F}" dt="2025-05-26T13:26:38.594" v="5886" actId="1076"/>
          <ac:picMkLst>
            <pc:docMk/>
            <pc:sldMk cId="552862991" sldId="290"/>
            <ac:picMk id="5124" creationId="{85FFAD71-A4F3-AD87-CF9E-172AD99B1657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6:44:13.735" v="3021" actId="2696"/>
        <pc:sldMkLst>
          <pc:docMk/>
          <pc:sldMk cId="3758325738" sldId="291"/>
        </pc:sldMkLst>
      </pc:sldChg>
      <pc:sldChg chg="addSp delSp modSp add mod">
        <pc:chgData name="FRANCESCO ALESSANDRO PINTO" userId="e647daa0-8c8c-43db-a63e-434c81645a35" providerId="ADAL" clId="{94515437-04C1-40B4-975D-6F935D79E21F}" dt="2025-05-24T16:48:13.548" v="5276" actId="20577"/>
        <pc:sldMkLst>
          <pc:docMk/>
          <pc:sldMk cId="1508285006" sldId="292"/>
        </pc:sldMkLst>
        <pc:spChg chg="add mod">
          <ac:chgData name="FRANCESCO ALESSANDRO PINTO" userId="e647daa0-8c8c-43db-a63e-434c81645a35" providerId="ADAL" clId="{94515437-04C1-40B4-975D-6F935D79E21F}" dt="2025-05-24T07:42:16.264" v="4026" actId="113"/>
          <ac:spMkLst>
            <pc:docMk/>
            <pc:sldMk cId="1508285006" sldId="292"/>
            <ac:spMk id="2" creationId="{B02BBDE1-CCA9-B57F-A16D-AEB46E559045}"/>
          </ac:spMkLst>
        </pc:spChg>
        <pc:spChg chg="mod">
          <ac:chgData name="FRANCESCO ALESSANDRO PINTO" userId="e647daa0-8c8c-43db-a63e-434c81645a35" providerId="ADAL" clId="{94515437-04C1-40B4-975D-6F935D79E21F}" dt="2025-05-23T16:39:01.152" v="2954" actId="20577"/>
          <ac:spMkLst>
            <pc:docMk/>
            <pc:sldMk cId="1508285006" sldId="292"/>
            <ac:spMk id="3" creationId="{92F9EB06-6F90-C53E-FA1B-C073007F6A7B}"/>
          </ac:spMkLst>
        </pc:spChg>
        <pc:spChg chg="add mod ord">
          <ac:chgData name="FRANCESCO ALESSANDRO PINTO" userId="e647daa0-8c8c-43db-a63e-434c81645a35" providerId="ADAL" clId="{94515437-04C1-40B4-975D-6F935D79E21F}" dt="2025-05-24T07:41:02.728" v="4008" actId="1076"/>
          <ac:spMkLst>
            <pc:docMk/>
            <pc:sldMk cId="1508285006" sldId="292"/>
            <ac:spMk id="11" creationId="{3B6A642A-9223-5D2C-7305-56FF3738265E}"/>
          </ac:spMkLst>
        </pc:spChg>
        <pc:spChg chg="add mod">
          <ac:chgData name="FRANCESCO ALESSANDRO PINTO" userId="e647daa0-8c8c-43db-a63e-434c81645a35" providerId="ADAL" clId="{94515437-04C1-40B4-975D-6F935D79E21F}" dt="2025-05-24T07:42:10.292" v="4025" actId="20577"/>
          <ac:spMkLst>
            <pc:docMk/>
            <pc:sldMk cId="1508285006" sldId="292"/>
            <ac:spMk id="14" creationId="{95B094FE-3A0B-E5B6-6D49-937318CF581A}"/>
          </ac:spMkLst>
        </pc:spChg>
        <pc:spChg chg="mod">
          <ac:chgData name="FRANCESCO ALESSANDRO PINTO" userId="e647daa0-8c8c-43db-a63e-434c81645a35" providerId="ADAL" clId="{94515437-04C1-40B4-975D-6F935D79E21F}" dt="2025-05-24T16:48:13.548" v="5276" actId="20577"/>
          <ac:spMkLst>
            <pc:docMk/>
            <pc:sldMk cId="1508285006" sldId="292"/>
            <ac:spMk id="236" creationId="{97E23E00-B85C-EB88-D130-48B39892AB40}"/>
          </ac:spMkLst>
        </pc:spChg>
        <pc:picChg chg="add mod">
          <ac:chgData name="FRANCESCO ALESSANDRO PINTO" userId="e647daa0-8c8c-43db-a63e-434c81645a35" providerId="ADAL" clId="{94515437-04C1-40B4-975D-6F935D79E21F}" dt="2025-05-24T07:26:15.884" v="3489" actId="1036"/>
          <ac:picMkLst>
            <pc:docMk/>
            <pc:sldMk cId="1508285006" sldId="292"/>
            <ac:picMk id="9" creationId="{99B9EE01-9B5D-DA9B-FD29-D0E67D904A2C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4T16:48:28.516" v="5290" actId="20577"/>
        <pc:sldMkLst>
          <pc:docMk/>
          <pc:sldMk cId="1666482300" sldId="293"/>
        </pc:sldMkLst>
        <pc:spChg chg="mod">
          <ac:chgData name="FRANCESCO ALESSANDRO PINTO" userId="e647daa0-8c8c-43db-a63e-434c81645a35" providerId="ADAL" clId="{94515437-04C1-40B4-975D-6F935D79E21F}" dt="2025-05-24T07:31:02.862" v="3772" actId="1036"/>
          <ac:spMkLst>
            <pc:docMk/>
            <pc:sldMk cId="1666482300" sldId="293"/>
            <ac:spMk id="2" creationId="{3E10F26A-478B-A7F9-E228-A61502DEECF9}"/>
          </ac:spMkLst>
        </pc:spChg>
        <pc:spChg chg="add mod ord">
          <ac:chgData name="FRANCESCO ALESSANDRO PINTO" userId="e647daa0-8c8c-43db-a63e-434c81645a35" providerId="ADAL" clId="{94515437-04C1-40B4-975D-6F935D79E21F}" dt="2025-05-24T07:28:30.385" v="3645" actId="1076"/>
          <ac:spMkLst>
            <pc:docMk/>
            <pc:sldMk cId="1666482300" sldId="293"/>
            <ac:spMk id="6" creationId="{A9CF95F9-0CAB-200F-08DA-291C872174B3}"/>
          </ac:spMkLst>
        </pc:spChg>
        <pc:spChg chg="add mod">
          <ac:chgData name="FRANCESCO ALESSANDRO PINTO" userId="e647daa0-8c8c-43db-a63e-434c81645a35" providerId="ADAL" clId="{94515437-04C1-40B4-975D-6F935D79E21F}" dt="2025-05-24T07:50:01.185" v="4046" actId="1036"/>
          <ac:spMkLst>
            <pc:docMk/>
            <pc:sldMk cId="1666482300" sldId="293"/>
            <ac:spMk id="10" creationId="{9BE1CEFF-4395-09B7-7702-D1EEAD669D28}"/>
          </ac:spMkLst>
        </pc:spChg>
        <pc:spChg chg="mod">
          <ac:chgData name="FRANCESCO ALESSANDRO PINTO" userId="e647daa0-8c8c-43db-a63e-434c81645a35" providerId="ADAL" clId="{94515437-04C1-40B4-975D-6F935D79E21F}" dt="2025-05-24T07:30:56.975" v="3725" actId="1036"/>
          <ac:spMkLst>
            <pc:docMk/>
            <pc:sldMk cId="1666482300" sldId="293"/>
            <ac:spMk id="11" creationId="{2C66A20C-E0F5-3E52-1542-9B89401BB2BB}"/>
          </ac:spMkLst>
        </pc:spChg>
        <pc:spChg chg="add mod">
          <ac:chgData name="FRANCESCO ALESSANDRO PINTO" userId="e647daa0-8c8c-43db-a63e-434c81645a35" providerId="ADAL" clId="{94515437-04C1-40B4-975D-6F935D79E21F}" dt="2025-05-24T07:50:10.502" v="4059" actId="20577"/>
          <ac:spMkLst>
            <pc:docMk/>
            <pc:sldMk cId="1666482300" sldId="293"/>
            <ac:spMk id="12" creationId="{091586A4-8B4D-FFC1-A114-E5452FF33830}"/>
          </ac:spMkLst>
        </pc:spChg>
        <pc:spChg chg="mod">
          <ac:chgData name="FRANCESCO ALESSANDRO PINTO" userId="e647daa0-8c8c-43db-a63e-434c81645a35" providerId="ADAL" clId="{94515437-04C1-40B4-975D-6F935D79E21F}" dt="2025-05-24T16:48:28.516" v="5290" actId="20577"/>
          <ac:spMkLst>
            <pc:docMk/>
            <pc:sldMk cId="1666482300" sldId="293"/>
            <ac:spMk id="236" creationId="{A101335B-8D0C-0799-2109-DEE3FD37F7B6}"/>
          </ac:spMkLst>
        </pc:spChg>
        <pc:picChg chg="add mod">
          <ac:chgData name="FRANCESCO ALESSANDRO PINTO" userId="e647daa0-8c8c-43db-a63e-434c81645a35" providerId="ADAL" clId="{94515437-04C1-40B4-975D-6F935D79E21F}" dt="2025-05-24T07:28:37.343" v="3647" actId="1076"/>
          <ac:picMkLst>
            <pc:docMk/>
            <pc:sldMk cId="1666482300" sldId="293"/>
            <ac:picMk id="5" creationId="{0B0A5527-48E2-E53E-BA42-2D9592C7BE68}"/>
          </ac:picMkLst>
        </pc:picChg>
        <pc:picChg chg="mod">
          <ac:chgData name="FRANCESCO ALESSANDRO PINTO" userId="e647daa0-8c8c-43db-a63e-434c81645a35" providerId="ADAL" clId="{94515437-04C1-40B4-975D-6F935D79E21F}" dt="2025-05-24T07:30:56.975" v="3725" actId="1036"/>
          <ac:picMkLst>
            <pc:docMk/>
            <pc:sldMk cId="1666482300" sldId="293"/>
            <ac:picMk id="9" creationId="{4457876F-5725-73A8-0DEE-BFF05A6530F4}"/>
          </ac:picMkLst>
        </pc:picChg>
      </pc:sldChg>
      <pc:sldChg chg="addSp modSp add mod">
        <pc:chgData name="FRANCESCO ALESSANDRO PINTO" userId="e647daa0-8c8c-43db-a63e-434c81645a35" providerId="ADAL" clId="{94515437-04C1-40B4-975D-6F935D79E21F}" dt="2025-05-26T14:39:31.546" v="8739" actId="1037"/>
        <pc:sldMkLst>
          <pc:docMk/>
          <pc:sldMk cId="638409052" sldId="294"/>
        </pc:sldMkLst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2" creationId="{C72BE2D7-EC7B-7343-0317-732D9ED2A446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6" creationId="{9D858321-ED76-59D4-8EE0-113EC11D68F4}"/>
          </ac:spMkLst>
        </pc:spChg>
        <pc:spChg chg="add mod ord">
          <ac:chgData name="FRANCESCO ALESSANDRO PINTO" userId="e647daa0-8c8c-43db-a63e-434c81645a35" providerId="ADAL" clId="{94515437-04C1-40B4-975D-6F935D79E21F}" dt="2025-05-24T07:33:11.858" v="3976" actId="208"/>
          <ac:spMkLst>
            <pc:docMk/>
            <pc:sldMk cId="638409052" sldId="294"/>
            <ac:spMk id="8" creationId="{54CB44B2-870C-0944-4ACC-BAFB8E5822EB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10" creationId="{5F11C22A-B260-F523-A1D7-E4ABEE9E1BB1}"/>
          </ac:spMkLst>
        </pc:spChg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11" creationId="{7BE6FB2E-5963-F873-8C52-C17F20528D4E}"/>
          </ac:spMkLst>
        </pc:spChg>
        <pc:spChg chg="add mod">
          <ac:chgData name="FRANCESCO ALESSANDRO PINTO" userId="e647daa0-8c8c-43db-a63e-434c81645a35" providerId="ADAL" clId="{94515437-04C1-40B4-975D-6F935D79E21F}" dt="2025-05-24T07:34:26" v="4001" actId="1076"/>
          <ac:spMkLst>
            <pc:docMk/>
            <pc:sldMk cId="638409052" sldId="294"/>
            <ac:spMk id="12" creationId="{9605C336-7172-B440-AD53-219DDAFBBDFA}"/>
          </ac:spMkLst>
        </pc:spChg>
        <pc:spChg chg="add mod">
          <ac:chgData name="FRANCESCO ALESSANDRO PINTO" userId="e647daa0-8c8c-43db-a63e-434c81645a35" providerId="ADAL" clId="{94515437-04C1-40B4-975D-6F935D79E21F}" dt="2025-05-24T07:51:13.349" v="4066" actId="1076"/>
          <ac:spMkLst>
            <pc:docMk/>
            <pc:sldMk cId="638409052" sldId="294"/>
            <ac:spMk id="13" creationId="{C0A28F10-63D9-0D51-9246-5D5F5A42527B}"/>
          </ac:spMkLst>
        </pc:spChg>
        <pc:spChg chg="mod">
          <ac:chgData name="FRANCESCO ALESSANDRO PINTO" userId="e647daa0-8c8c-43db-a63e-434c81645a35" providerId="ADAL" clId="{94515437-04C1-40B4-975D-6F935D79E21F}" dt="2025-05-24T16:48:35.249" v="5306" actId="20577"/>
          <ac:spMkLst>
            <pc:docMk/>
            <pc:sldMk cId="638409052" sldId="294"/>
            <ac:spMk id="236" creationId="{89A09004-692D-BB79-ED07-D5DB5FE08B04}"/>
          </ac:spMkLst>
        </pc:spChg>
        <pc:picChg chg="mod">
          <ac:chgData name="FRANCESCO ALESSANDRO PINTO" userId="e647daa0-8c8c-43db-a63e-434c81645a35" providerId="ADAL" clId="{94515437-04C1-40B4-975D-6F935D79E21F}" dt="2025-05-24T07:32:02.843" v="3966" actId="1037"/>
          <ac:picMkLst>
            <pc:docMk/>
            <pc:sldMk cId="638409052" sldId="294"/>
            <ac:picMk id="5" creationId="{3BBE1116-84E7-744C-2F01-55A66CED6F45}"/>
          </ac:picMkLst>
        </pc:picChg>
        <pc:picChg chg="add mod">
          <ac:chgData name="FRANCESCO ALESSANDRO PINTO" userId="e647daa0-8c8c-43db-a63e-434c81645a35" providerId="ADAL" clId="{94515437-04C1-40B4-975D-6F935D79E21F}" dt="2025-05-24T07:33:18.916" v="3978" actId="1076"/>
          <ac:picMkLst>
            <pc:docMk/>
            <pc:sldMk cId="638409052" sldId="294"/>
            <ac:picMk id="7" creationId="{191E962A-F4D9-1F77-20AC-571CDDA6647A}"/>
          </ac:picMkLst>
        </pc:picChg>
        <pc:picChg chg="mod">
          <ac:chgData name="FRANCESCO ALESSANDRO PINTO" userId="e647daa0-8c8c-43db-a63e-434c81645a35" providerId="ADAL" clId="{94515437-04C1-40B4-975D-6F935D79E21F}" dt="2025-05-24T07:31:48.271" v="3843" actId="1036"/>
          <ac:picMkLst>
            <pc:docMk/>
            <pc:sldMk cId="638409052" sldId="294"/>
            <ac:picMk id="9" creationId="{6BF5F6FC-9B82-37AF-6283-8A91789A6017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1:40.873" v="7385" actId="1076"/>
        <pc:sldMkLst>
          <pc:docMk/>
          <pc:sldMk cId="2871947140" sldId="295"/>
        </pc:sldMkLst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2" creationId="{02998528-2138-4A0F-4A0B-6DB64FAC02C1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5" creationId="{FCFE4886-7CB6-8973-D6A9-E3D078AC1676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6" creationId="{6D42BB64-56B3-67A2-3985-AA93CA13E537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7" creationId="{561DBF8D-6150-9BA2-9E2D-69E75EDEA5D2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8" creationId="{AB9BF9F7-FB94-D00D-62FB-7E927874E240}"/>
          </ac:spMkLst>
        </pc:spChg>
        <pc:spChg chg="add mod">
          <ac:chgData name="FRANCESCO ALESSANDRO PINTO" userId="e647daa0-8c8c-43db-a63e-434c81645a35" providerId="ADAL" clId="{94515437-04C1-40B4-975D-6F935D79E21F}" dt="2025-05-26T14:00:50.485" v="7381" actId="962"/>
          <ac:spMkLst>
            <pc:docMk/>
            <pc:sldMk cId="2871947140" sldId="295"/>
            <ac:spMk id="13" creationId="{00E60CD3-DE11-D8C6-37DC-A6F6DE0EB66E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14" creationId="{B37E6769-26F7-9575-B63D-BAAEE1FC77B4}"/>
          </ac:spMkLst>
        </pc:spChg>
        <pc:spChg chg="add mod">
          <ac:chgData name="FRANCESCO ALESSANDRO PINTO" userId="e647daa0-8c8c-43db-a63e-434c81645a35" providerId="ADAL" clId="{94515437-04C1-40B4-975D-6F935D79E21F}" dt="2025-05-26T14:00:24.026" v="7380" actId="962"/>
          <ac:spMkLst>
            <pc:docMk/>
            <pc:sldMk cId="2871947140" sldId="295"/>
            <ac:spMk id="15" creationId="{64527E44-7C52-8626-049B-7B09EDAAAF37}"/>
          </ac:spMkLst>
        </pc:spChg>
        <pc:spChg chg="add mod">
          <ac:chgData name="FRANCESCO ALESSANDRO PINTO" userId="e647daa0-8c8c-43db-a63e-434c81645a35" providerId="ADAL" clId="{94515437-04C1-40B4-975D-6F935D79E21F}" dt="2025-05-26T13:44:57.599" v="6916" actId="962"/>
          <ac:spMkLst>
            <pc:docMk/>
            <pc:sldMk cId="2871947140" sldId="295"/>
            <ac:spMk id="17" creationId="{A9C3A1DE-2143-AFE8-FEC2-1911D3087BB5}"/>
          </ac:spMkLst>
        </pc:spChg>
        <pc:spChg chg="add mod">
          <ac:chgData name="FRANCESCO ALESSANDRO PINTO" userId="e647daa0-8c8c-43db-a63e-434c81645a35" providerId="ADAL" clId="{94515437-04C1-40B4-975D-6F935D79E21F}" dt="2025-05-26T14:00:04.153" v="7377" actId="962"/>
          <ac:spMkLst>
            <pc:docMk/>
            <pc:sldMk cId="2871947140" sldId="295"/>
            <ac:spMk id="19" creationId="{CBED643F-365F-04F1-D6B9-8042CDF36F67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0" creationId="{FB17CA43-AA2F-1C77-811A-3BD624DA2211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1" creationId="{DBFDFA62-F64F-F900-D63A-7F05FADCE7E6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2" creationId="{AE1727EF-657C-7530-44D1-649DB96C730F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3" creationId="{3FD5DFAB-DC10-E56A-BA1A-698E28F822CB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4" creationId="{735BD109-EEC3-5698-1461-FF706930432A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5" creationId="{189EE343-6C53-1FF1-AD54-FDD7F3B0AEEF}"/>
          </ac:spMkLst>
        </pc:spChg>
        <pc:spChg chg="add mod">
          <ac:chgData name="FRANCESCO ALESSANDRO PINTO" userId="e647daa0-8c8c-43db-a63e-434c81645a35" providerId="ADAL" clId="{94515437-04C1-40B4-975D-6F935D79E21F}" dt="2025-05-26T13:58:10.674" v="7371"/>
          <ac:spMkLst>
            <pc:docMk/>
            <pc:sldMk cId="2871947140" sldId="295"/>
            <ac:spMk id="26" creationId="{1F257820-D120-891B-0106-E9A538A4DA4E}"/>
          </ac:spMkLst>
        </pc:spChg>
        <pc:spChg chg="mod">
          <ac:chgData name="FRANCESCO ALESSANDRO PINTO" userId="e647daa0-8c8c-43db-a63e-434c81645a35" providerId="ADAL" clId="{94515437-04C1-40B4-975D-6F935D79E21F}" dt="2025-05-24T16:49:41.249" v="5344" actId="20577"/>
          <ac:spMkLst>
            <pc:docMk/>
            <pc:sldMk cId="2871947140" sldId="295"/>
            <ac:spMk id="219" creationId="{558D0434-B621-BA09-7B7C-C72A2A23704C}"/>
          </ac:spMkLst>
        </pc:spChg>
        <pc:spChg chg="mod">
          <ac:chgData name="FRANCESCO ALESSANDRO PINTO" userId="e647daa0-8c8c-43db-a63e-434c81645a35" providerId="ADAL" clId="{94515437-04C1-40B4-975D-6F935D79E21F}" dt="2025-05-26T14:01:40.873" v="7385" actId="1076"/>
          <ac:spMkLst>
            <pc:docMk/>
            <pc:sldMk cId="2871947140" sldId="295"/>
            <ac:spMk id="225" creationId="{11E4672D-161A-F289-12D7-D80E61E767EE}"/>
          </ac:spMkLst>
        </pc:sp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9" creationId="{B35B8269-E07D-DEB9-A305-F1EF230C436E}"/>
          </ac:picMkLst>
        </pc:pic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12" creationId="{0057BEA0-780E-B3E6-45C4-3E38708D0A0A}"/>
          </ac:picMkLst>
        </pc:picChg>
        <pc:picChg chg="add mod">
          <ac:chgData name="FRANCESCO ALESSANDRO PINTO" userId="e647daa0-8c8c-43db-a63e-434c81645a35" providerId="ADAL" clId="{94515437-04C1-40B4-975D-6F935D79E21F}" dt="2025-05-26T13:40:37.377" v="6673" actId="1038"/>
          <ac:picMkLst>
            <pc:docMk/>
            <pc:sldMk cId="2871947140" sldId="295"/>
            <ac:picMk id="1026" creationId="{34742E95-C8C2-E687-B76A-1D88C682D855}"/>
          </ac:picMkLst>
        </pc:picChg>
        <pc:picChg chg="add mod">
          <ac:chgData name="FRANCESCO ALESSANDRO PINTO" userId="e647daa0-8c8c-43db-a63e-434c81645a35" providerId="ADAL" clId="{94515437-04C1-40B4-975D-6F935D79E21F}" dt="2025-05-26T14:01:25.227" v="7383" actId="962"/>
          <ac:picMkLst>
            <pc:docMk/>
            <pc:sldMk cId="2871947140" sldId="295"/>
            <ac:picMk id="1028" creationId="{A389F831-B178-CEEF-0B1B-F5E48EB28A89}"/>
          </ac:picMkLst>
        </pc:picChg>
        <pc:picChg chg="add mod">
          <ac:chgData name="FRANCESCO ALESSANDRO PINTO" userId="e647daa0-8c8c-43db-a63e-434c81645a35" providerId="ADAL" clId="{94515437-04C1-40B4-975D-6F935D79E21F}" dt="2025-05-26T13:37:27.775" v="6436" actId="1076"/>
          <ac:picMkLst>
            <pc:docMk/>
            <pc:sldMk cId="2871947140" sldId="295"/>
            <ac:picMk id="1030" creationId="{45CD5152-E080-A417-C814-7D33EC32FF81}"/>
          </ac:picMkLst>
        </pc:picChg>
        <pc:picChg chg="add mod">
          <ac:chgData name="FRANCESCO ALESSANDRO PINTO" userId="e647daa0-8c8c-43db-a63e-434c81645a35" providerId="ADAL" clId="{94515437-04C1-40B4-975D-6F935D79E21F}" dt="2025-05-26T13:34:19.087" v="6369" actId="166"/>
          <ac:picMkLst>
            <pc:docMk/>
            <pc:sldMk cId="2871947140" sldId="295"/>
            <ac:picMk id="1032" creationId="{F245E54E-BD12-F77F-6439-066296FD54BB}"/>
          </ac:picMkLst>
        </pc:picChg>
        <pc:picChg chg="add mod">
          <ac:chgData name="FRANCESCO ALESSANDRO PINTO" userId="e647daa0-8c8c-43db-a63e-434c81645a35" providerId="ADAL" clId="{94515437-04C1-40B4-975D-6F935D79E21F}" dt="2025-05-26T13:36:02.350" v="6423" actId="166"/>
          <ac:picMkLst>
            <pc:docMk/>
            <pc:sldMk cId="2871947140" sldId="295"/>
            <ac:picMk id="1034" creationId="{4EC5A665-2446-F609-7FE3-9E758F353F0A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59.429" v="7939" actId="1038"/>
        <pc:sldMkLst>
          <pc:docMk/>
          <pc:sldMk cId="746687068" sldId="296"/>
        </pc:sldMkLst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59" creationId="{20BF660C-7BFA-EEA7-729D-811A43814474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0" creationId="{B7E067AF-B465-FC87-998E-CD43D9DE4846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1" creationId="{092C6588-CEB8-653E-A563-209CB528EF31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2" creationId="{67861577-3914-0A94-8E16-C88D84479EAE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3" creationId="{BEDC40D4-16CC-41C0-BEDB-B24CA276EBCC}"/>
          </ac:spMkLst>
        </pc:spChg>
        <pc:spChg chg="mod">
          <ac:chgData name="FRANCESCO ALESSANDRO PINTO" userId="e647daa0-8c8c-43db-a63e-434c81645a35" providerId="ADAL" clId="{94515437-04C1-40B4-975D-6F935D79E21F}" dt="2025-05-24T16:49:47.795" v="5345"/>
          <ac:spMkLst>
            <pc:docMk/>
            <pc:sldMk cId="746687068" sldId="296"/>
            <ac:spMk id="219" creationId="{373ECF66-CFD8-3A64-F6D9-CE09F6E2A01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5" creationId="{1D95E604-CBE8-55D4-9ADC-28573ECD087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7" creationId="{2B3A0771-C878-2577-75A3-2782AE9857F2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9" creationId="{57B66FB8-470F-1845-0127-9A1842B64E92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8" creationId="{376223CB-2308-B066-A36A-0190BEAADFC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9" creationId="{6FE8D473-C291-6294-5D26-E0CD9AD55170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0" creationId="{3735C3AA-69A9-E80A-1BA6-55EBD1CCC8D9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1" creationId="{02A91EA1-76F9-A0AC-FD2A-B215A586FBF1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2" creationId="{9302EC14-29B9-9206-FCF2-6D34E725393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3" creationId="{D95BD268-ADD3-BFE0-5126-6724C9F726BB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4" creationId="{6F9E19ED-109F-45B4-A698-FFAF8D17CE8F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5" creationId="{F35E2D4C-854B-8D09-7764-213B30772C52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7" creationId="{9B88C2FA-014F-1245-B507-F22FD15FE2D7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8" creationId="{92539725-E758-BE22-E81A-AE1553B201FF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9" creationId="{BEFDF80B-1B38-AB07-0E19-0F899852AC10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51" creationId="{3F2C9BE6-16B0-DEC3-01A6-63C440EA6C1A}"/>
          </ac:spMkLst>
        </pc:sp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58" creationId="{4D04FBE2-3E77-31F7-CFD4-02254269BA90}"/>
          </ac:picMkLst>
        </pc:pic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1035" creationId="{2E0E1536-5409-F1FD-B3CD-7869ACDC3CFC}"/>
          </ac:picMkLst>
        </pc:picChg>
        <pc:picChg chg="add mod">
          <ac:chgData name="FRANCESCO ALESSANDRO PINTO" userId="e647daa0-8c8c-43db-a63e-434c81645a35" providerId="ADAL" clId="{94515437-04C1-40B4-975D-6F935D79E21F}" dt="2025-05-26T14:02:31.803" v="7549" actId="1037"/>
          <ac:picMkLst>
            <pc:docMk/>
            <pc:sldMk cId="746687068" sldId="296"/>
            <ac:picMk id="1036" creationId="{47D9ED68-0162-EADD-3449-3DDFD6685ED2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0" creationId="{F2E5D5D2-8058-F1FE-88BD-7C14EEE4850C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2" creationId="{90D1CAD6-EEFC-AA9A-E581-BC120336913A}"/>
          </ac:picMkLst>
        </pc:picChg>
        <pc:picChg chg="add mod">
          <ac:chgData name="FRANCESCO ALESSANDRO PINTO" userId="e647daa0-8c8c-43db-a63e-434c81645a35" providerId="ADAL" clId="{94515437-04C1-40B4-975D-6F935D79E21F}" dt="2025-05-26T14:07:59.429" v="7939" actId="1038"/>
          <ac:picMkLst>
            <pc:docMk/>
            <pc:sldMk cId="746687068" sldId="296"/>
            <ac:picMk id="1053" creationId="{9D0D0974-2D1F-5200-ABDD-8D72E82C54C2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32.645" v="7783" actId="1076"/>
        <pc:sldMkLst>
          <pc:docMk/>
          <pc:sldMk cId="1373631670" sldId="297"/>
        </pc:sldMkLst>
        <pc:spChg chg="add mod">
          <ac:chgData name="FRANCESCO ALESSANDRO PINTO" userId="e647daa0-8c8c-43db-a63e-434c81645a35" providerId="ADAL" clId="{94515437-04C1-40B4-975D-6F935D79E21F}" dt="2025-05-26T14:04:22.554" v="7666" actId="14100"/>
          <ac:spMkLst>
            <pc:docMk/>
            <pc:sldMk cId="1373631670" sldId="297"/>
            <ac:spMk id="4" creationId="{877AFD4B-AACE-811F-E873-DC42F4EE6B7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0" creationId="{E1165B29-5E8B-36AB-1DA5-F92931DF1E32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1" creationId="{C3A4175D-E61F-4002-8062-9C935D4AF38C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2" creationId="{CA58E246-2AB7-7676-919C-586FA52CAB9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3" creationId="{868C84EC-A93E-A596-5DE7-7A6BC8AFD8D6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5" creationId="{74975F58-9053-F9F4-9F79-78BA393F67C0}"/>
          </ac:spMkLst>
        </pc:spChg>
        <pc:spChg chg="add mod">
          <ac:chgData name="FRANCESCO ALESSANDRO PINTO" userId="e647daa0-8c8c-43db-a63e-434c81645a35" providerId="ADAL" clId="{94515437-04C1-40B4-975D-6F935D79E21F}" dt="2025-05-26T14:04:04.870" v="7661" actId="1076"/>
          <ac:spMkLst>
            <pc:docMk/>
            <pc:sldMk cId="1373631670" sldId="297"/>
            <ac:spMk id="29" creationId="{986A1E71-5E78-A8FB-90BA-CA788CC3212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0" creationId="{219CD7BD-CD1C-ABBA-52D8-51DE6A808897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1" creationId="{780DECD7-80CE-9C86-BE32-FDB6600DCAC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2" creationId="{27F2CA3B-3260-EF35-438B-6A2B5C851846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6" creationId="{D4923D07-0273-2876-294A-9A4121CC7E19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8" creationId="{48673B25-69E8-E587-398B-B1B22E5F9B14}"/>
          </ac:spMkLst>
        </pc:spChg>
        <pc:spChg chg="add mod">
          <ac:chgData name="FRANCESCO ALESSANDRO PINTO" userId="e647daa0-8c8c-43db-a63e-434c81645a35" providerId="ADAL" clId="{94515437-04C1-40B4-975D-6F935D79E21F}" dt="2025-05-26T14:04:31.759" v="7712" actId="1035"/>
          <ac:spMkLst>
            <pc:docMk/>
            <pc:sldMk cId="1373631670" sldId="297"/>
            <ac:spMk id="43" creationId="{E69B0D9A-A616-0BCB-8667-8A36F5CEA1E0}"/>
          </ac:spMkLst>
        </pc:spChg>
        <pc:spChg chg="add mod">
          <ac:chgData name="FRANCESCO ALESSANDRO PINTO" userId="e647daa0-8c8c-43db-a63e-434c81645a35" providerId="ADAL" clId="{94515437-04C1-40B4-975D-6F935D79E21F}" dt="2025-05-26T14:07:05.512" v="7769" actId="1076"/>
          <ac:spMkLst>
            <pc:docMk/>
            <pc:sldMk cId="1373631670" sldId="297"/>
            <ac:spMk id="44" creationId="{0D35EC1E-F1BD-7A22-FB6B-F9DF7C6983B4}"/>
          </ac:spMkLst>
        </pc:spChg>
        <pc:spChg chg="add mod">
          <ac:chgData name="FRANCESCO ALESSANDRO PINTO" userId="e647daa0-8c8c-43db-a63e-434c81645a35" providerId="ADAL" clId="{94515437-04C1-40B4-975D-6F935D79E21F}" dt="2025-05-26T14:07:22.085" v="7780" actId="20577"/>
          <ac:spMkLst>
            <pc:docMk/>
            <pc:sldMk cId="1373631670" sldId="297"/>
            <ac:spMk id="45" creationId="{D85DCB44-4B22-4A18-428A-B4B61E269EFD}"/>
          </ac:spMkLst>
        </pc:spChg>
        <pc:spChg chg="mod">
          <ac:chgData name="FRANCESCO ALESSANDRO PINTO" userId="e647daa0-8c8c-43db-a63e-434c81645a35" providerId="ADAL" clId="{94515437-04C1-40B4-975D-6F935D79E21F}" dt="2025-05-24T16:49:53.377" v="5346"/>
          <ac:spMkLst>
            <pc:docMk/>
            <pc:sldMk cId="1373631670" sldId="297"/>
            <ac:spMk id="219" creationId="{2081F831-DAFD-5641-9865-B252AA4221A3}"/>
          </ac:spMkLst>
        </pc:spChg>
        <pc:picChg chg="add mod">
          <ac:chgData name="FRANCESCO ALESSANDRO PINTO" userId="e647daa0-8c8c-43db-a63e-434c81645a35" providerId="ADAL" clId="{94515437-04C1-40B4-975D-6F935D79E21F}" dt="2025-05-24T09:28:28.149" v="5249" actId="1076"/>
          <ac:picMkLst>
            <pc:docMk/>
            <pc:sldMk cId="1373631670" sldId="297"/>
            <ac:picMk id="27" creationId="{23718FE6-72C3-AE99-E029-F10B018FD7CE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4" creationId="{2791682E-8642-254E-A988-FA3207BC9136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5" creationId="{4E3D42C4-601C-6C2E-430A-A2A159AC0FE5}"/>
          </ac:picMkLst>
        </pc:picChg>
        <pc:picChg chg="add mod">
          <ac:chgData name="FRANCESCO ALESSANDRO PINTO" userId="e647daa0-8c8c-43db-a63e-434c81645a35" providerId="ADAL" clId="{94515437-04C1-40B4-975D-6F935D79E21F}" dt="2025-05-26T14:03:57.740" v="7657" actId="1037"/>
          <ac:picMkLst>
            <pc:docMk/>
            <pc:sldMk cId="1373631670" sldId="297"/>
            <ac:picMk id="37" creationId="{D3825FA5-F9E9-3268-4901-D7AFFD5C623B}"/>
          </ac:picMkLst>
        </pc:picChg>
        <pc:picChg chg="add mod">
          <ac:chgData name="FRANCESCO ALESSANDRO PINTO" userId="e647daa0-8c8c-43db-a63e-434c81645a35" providerId="ADAL" clId="{94515437-04C1-40B4-975D-6F935D79E21F}" dt="2025-05-26T14:07:30.866" v="7782" actId="1076"/>
          <ac:picMkLst>
            <pc:docMk/>
            <pc:sldMk cId="1373631670" sldId="297"/>
            <ac:picMk id="40" creationId="{6661611B-5D6A-B2EC-8D8D-C8C9EFE49A5A}"/>
          </ac:picMkLst>
        </pc:picChg>
        <pc:picChg chg="add mod ord">
          <ac:chgData name="FRANCESCO ALESSANDRO PINTO" userId="e647daa0-8c8c-43db-a63e-434c81645a35" providerId="ADAL" clId="{94515437-04C1-40B4-975D-6F935D79E21F}" dt="2025-05-26T14:07:32.645" v="7783" actId="1076"/>
          <ac:picMkLst>
            <pc:docMk/>
            <pc:sldMk cId="1373631670" sldId="297"/>
            <ac:picMk id="42" creationId="{963DA5D5-243F-BA87-6554-BBF061A8CE7F}"/>
          </ac:picMkLst>
        </pc:picChg>
      </pc:sldChg>
      <pc:sldChg chg="addSp delSp modSp add del mod modAnim">
        <pc:chgData name="FRANCESCO ALESSANDRO PINTO" userId="e647daa0-8c8c-43db-a63e-434c81645a35" providerId="ADAL" clId="{94515437-04C1-40B4-975D-6F935D79E21F}" dt="2025-05-26T13:06:45.061" v="5391" actId="2696"/>
        <pc:sldMkLst>
          <pc:docMk/>
          <pc:sldMk cId="2673498737" sldId="298"/>
        </pc:sldMkLst>
      </pc:sldChg>
      <pc:sldChg chg="addSp delSp modSp add mod">
        <pc:chgData name="FRANCESCO ALESSANDRO PINTO" userId="e647daa0-8c8c-43db-a63e-434c81645a35" providerId="ADAL" clId="{94515437-04C1-40B4-975D-6F935D79E21F}" dt="2025-05-26T14:31:05.577" v="8584" actId="1076"/>
        <pc:sldMkLst>
          <pc:docMk/>
          <pc:sldMk cId="2836561586" sldId="298"/>
        </pc:sldMkLst>
        <pc:spChg chg="mod">
          <ac:chgData name="FRANCESCO ALESSANDRO PINTO" userId="e647daa0-8c8c-43db-a63e-434c81645a35" providerId="ADAL" clId="{94515437-04C1-40B4-975D-6F935D79E21F}" dt="2025-05-26T14:31:05.577" v="8584" actId="1076"/>
          <ac:spMkLst>
            <pc:docMk/>
            <pc:sldMk cId="2836561586" sldId="298"/>
            <ac:spMk id="3" creationId="{A97F5954-A03C-628E-9DF3-6347D6B3EDEB}"/>
          </ac:spMkLst>
        </pc:spChg>
        <pc:picChg chg="add mod">
          <ac:chgData name="FRANCESCO ALESSANDRO PINTO" userId="e647daa0-8c8c-43db-a63e-434c81645a35" providerId="ADAL" clId="{94515437-04C1-40B4-975D-6F935D79E21F}" dt="2025-05-26T14:30:45.647" v="8581" actId="1076"/>
          <ac:picMkLst>
            <pc:docMk/>
            <pc:sldMk cId="2836561586" sldId="298"/>
            <ac:picMk id="4" creationId="{13B5F65F-E467-35C2-9CB1-268ED890C958}"/>
          </ac:picMkLst>
        </pc:picChg>
      </pc:sldChg>
    </pc:docChg>
  </pc:docChgLst>
  <pc:docChgLst>
    <pc:chgData name="FRANCESCO MARIA TORINO" userId="34a0d49b-5219-4775-9879-2b7012d14a9a" providerId="ADAL" clId="{F93F12C3-B242-AD46-BD69-7C79EEB010A1}"/>
    <pc:docChg chg="undo redo custSel addSld delSld modSld sldOrd">
      <pc:chgData name="FRANCESCO MARIA TORINO" userId="34a0d49b-5219-4775-9879-2b7012d14a9a" providerId="ADAL" clId="{F93F12C3-B242-AD46-BD69-7C79EEB010A1}" dt="2025-06-12T08:12:38.738" v="3222" actId="14100"/>
      <pc:docMkLst>
        <pc:docMk/>
      </pc:docMkLst>
      <pc:sldChg chg="modSp mod">
        <pc:chgData name="FRANCESCO MARIA TORINO" userId="34a0d49b-5219-4775-9879-2b7012d14a9a" providerId="ADAL" clId="{F93F12C3-B242-AD46-BD69-7C79EEB010A1}" dt="2025-06-09T17:04:38.888" v="1244" actId="1036"/>
        <pc:sldMkLst>
          <pc:docMk/>
          <pc:sldMk cId="0" sldId="257"/>
        </pc:sldMkLst>
        <pc:spChg chg="mod">
          <ac:chgData name="FRANCESCO MARIA TORINO" userId="34a0d49b-5219-4775-9879-2b7012d14a9a" providerId="ADAL" clId="{F93F12C3-B242-AD46-BD69-7C79EEB010A1}" dt="2025-06-09T17:01:25.409" v="1095" actId="20577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1" creationId="{00000000-0000-0000-0000-000000000000}"/>
          </ac:picMkLst>
        </pc:picChg>
      </pc:sldChg>
      <pc:sldChg chg="modSp mod">
        <pc:chgData name="FRANCESCO MARIA TORINO" userId="34a0d49b-5219-4775-9879-2b7012d14a9a" providerId="ADAL" clId="{F93F12C3-B242-AD46-BD69-7C79EEB010A1}" dt="2025-06-09T17:01:29.911" v="1098" actId="20577"/>
        <pc:sldMkLst>
          <pc:docMk/>
          <pc:sldMk cId="0" sldId="258"/>
        </pc:sldMkLst>
        <pc:spChg chg="mod">
          <ac:chgData name="FRANCESCO MARIA TORINO" userId="34a0d49b-5219-4775-9879-2b7012d14a9a" providerId="ADAL" clId="{F93F12C3-B242-AD46-BD69-7C79EEB010A1}" dt="2025-06-09T17:01:29.911" v="1098" actId="20577"/>
          <ac:spMkLst>
            <pc:docMk/>
            <pc:sldMk cId="0" sldId="258"/>
            <ac:spMk id="132" creationId="{00000000-0000-0000-0000-000000000000}"/>
          </ac:spMkLst>
        </pc:spChg>
      </pc:sldChg>
      <pc:sldChg chg="del">
        <pc:chgData name="FRANCESCO MARIA TORINO" userId="34a0d49b-5219-4775-9879-2b7012d14a9a" providerId="ADAL" clId="{F93F12C3-B242-AD46-BD69-7C79EEB010A1}" dt="2025-06-06T10:10:09.257" v="0" actId="2696"/>
        <pc:sldMkLst>
          <pc:docMk/>
          <pc:sldMk cId="0" sldId="259"/>
        </pc:sldMkLst>
      </pc:sldChg>
      <pc:sldChg chg="del">
        <pc:chgData name="FRANCESCO MARIA TORINO" userId="34a0d49b-5219-4775-9879-2b7012d14a9a" providerId="ADAL" clId="{F93F12C3-B242-AD46-BD69-7C79EEB010A1}" dt="2025-06-06T10:10:10.770" v="1" actId="2696"/>
        <pc:sldMkLst>
          <pc:docMk/>
          <pc:sldMk cId="0" sldId="260"/>
        </pc:sldMkLst>
      </pc:sldChg>
      <pc:sldChg chg="del">
        <pc:chgData name="FRANCESCO MARIA TORINO" userId="34a0d49b-5219-4775-9879-2b7012d14a9a" providerId="ADAL" clId="{F93F12C3-B242-AD46-BD69-7C79EEB010A1}" dt="2025-06-06T10:10:12.197" v="2" actId="2696"/>
        <pc:sldMkLst>
          <pc:docMk/>
          <pc:sldMk cId="0" sldId="261"/>
        </pc:sldMkLst>
      </pc:sldChg>
      <pc:sldChg chg="modSp mod">
        <pc:chgData name="FRANCESCO MARIA TORINO" userId="34a0d49b-5219-4775-9879-2b7012d14a9a" providerId="ADAL" clId="{F93F12C3-B242-AD46-BD69-7C79EEB010A1}" dt="2025-06-09T17:02:28.026" v="1137" actId="20577"/>
        <pc:sldMkLst>
          <pc:docMk/>
          <pc:sldMk cId="0" sldId="262"/>
        </pc:sldMkLst>
      </pc:sldChg>
      <pc:sldChg chg="modSp mod">
        <pc:chgData name="FRANCESCO MARIA TORINO" userId="34a0d49b-5219-4775-9879-2b7012d14a9a" providerId="ADAL" clId="{F93F12C3-B242-AD46-BD69-7C79EEB010A1}" dt="2025-06-09T17:02:32.513" v="1140" actId="20577"/>
        <pc:sldMkLst>
          <pc:docMk/>
          <pc:sldMk cId="0" sldId="263"/>
        </pc:sldMkLst>
      </pc:sldChg>
      <pc:sldChg chg="del">
        <pc:chgData name="FRANCESCO MARIA TORINO" userId="34a0d49b-5219-4775-9879-2b7012d14a9a" providerId="ADAL" clId="{F93F12C3-B242-AD46-BD69-7C79EEB010A1}" dt="2025-06-06T10:10:18.718" v="3" actId="2696"/>
        <pc:sldMkLst>
          <pc:docMk/>
          <pc:sldMk cId="0" sldId="264"/>
        </pc:sldMkLst>
      </pc:sldChg>
      <pc:sldChg chg="del">
        <pc:chgData name="FRANCESCO MARIA TORINO" userId="34a0d49b-5219-4775-9879-2b7012d14a9a" providerId="ADAL" clId="{F93F12C3-B242-AD46-BD69-7C79EEB010A1}" dt="2025-06-06T10:10:19.655" v="4" actId="2696"/>
        <pc:sldMkLst>
          <pc:docMk/>
          <pc:sldMk cId="504239801" sldId="266"/>
        </pc:sldMkLst>
      </pc:sldChg>
      <pc:sldChg chg="del">
        <pc:chgData name="FRANCESCO MARIA TORINO" userId="34a0d49b-5219-4775-9879-2b7012d14a9a" providerId="ADAL" clId="{F93F12C3-B242-AD46-BD69-7C79EEB010A1}" dt="2025-06-06T10:10:21.685" v="5" actId="2696"/>
        <pc:sldMkLst>
          <pc:docMk/>
          <pc:sldMk cId="3952422524" sldId="267"/>
        </pc:sldMkLst>
      </pc:sldChg>
      <pc:sldChg chg="modSp del mod">
        <pc:chgData name="FRANCESCO MARIA TORINO" userId="34a0d49b-5219-4775-9879-2b7012d14a9a" providerId="ADAL" clId="{F93F12C3-B242-AD46-BD69-7C79EEB010A1}" dt="2025-06-09T18:17:20.785" v="1645" actId="2696"/>
        <pc:sldMkLst>
          <pc:docMk/>
          <pc:sldMk cId="3260352107" sldId="268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1.425" v="1646" actId="2696"/>
        <pc:sldMkLst>
          <pc:docMk/>
          <pc:sldMk cId="1924434611" sldId="269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2.040" v="1647" actId="2696"/>
        <pc:sldMkLst>
          <pc:docMk/>
          <pc:sldMk cId="3500099326" sldId="270"/>
        </pc:sldMkLst>
      </pc:sldChg>
      <pc:sldChg chg="delSp modSp del mod">
        <pc:chgData name="FRANCESCO MARIA TORINO" userId="34a0d49b-5219-4775-9879-2b7012d14a9a" providerId="ADAL" clId="{F93F12C3-B242-AD46-BD69-7C79EEB010A1}" dt="2025-06-09T18:17:23.650" v="1649" actId="2696"/>
        <pc:sldMkLst>
          <pc:docMk/>
          <pc:sldMk cId="3138881552" sldId="271"/>
        </pc:sldMkLst>
      </pc:sldChg>
      <pc:sldChg chg="modSp mod">
        <pc:chgData name="FRANCESCO MARIA TORINO" userId="34a0d49b-5219-4775-9879-2b7012d14a9a" providerId="ADAL" clId="{F93F12C3-B242-AD46-BD69-7C79EEB010A1}" dt="2025-06-09T17:02:37.343" v="1143" actId="20577"/>
        <pc:sldMkLst>
          <pc:docMk/>
          <pc:sldMk cId="1909470193" sldId="273"/>
        </pc:sldMkLst>
        <pc:spChg chg="mod">
          <ac:chgData name="FRANCESCO MARIA TORINO" userId="34a0d49b-5219-4775-9879-2b7012d14a9a" providerId="ADAL" clId="{F93F12C3-B242-AD46-BD69-7C79EEB010A1}" dt="2025-06-09T17:02:37.343" v="1143" actId="20577"/>
          <ac:spMkLst>
            <pc:docMk/>
            <pc:sldMk cId="1909470193" sldId="273"/>
            <ac:spMk id="220" creationId="{A633A682-B89F-B408-90E7-FF5E07DE703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2.059" v="1146" actId="20577"/>
        <pc:sldMkLst>
          <pc:docMk/>
          <pc:sldMk cId="1831875767" sldId="274"/>
        </pc:sldMkLst>
        <pc:spChg chg="mod">
          <ac:chgData name="FRANCESCO MARIA TORINO" userId="34a0d49b-5219-4775-9879-2b7012d14a9a" providerId="ADAL" clId="{F93F12C3-B242-AD46-BD69-7C79EEB010A1}" dt="2025-06-09T17:02:42.059" v="1146" actId="20577"/>
          <ac:spMkLst>
            <pc:docMk/>
            <pc:sldMk cId="1831875767" sldId="274"/>
            <ac:spMk id="220" creationId="{2D66C0F7-0356-01EA-86BD-488262E95401}"/>
          </ac:spMkLst>
        </pc:spChg>
      </pc:sldChg>
      <pc:sldChg chg="del">
        <pc:chgData name="FRANCESCO MARIA TORINO" userId="34a0d49b-5219-4775-9879-2b7012d14a9a" providerId="ADAL" clId="{F93F12C3-B242-AD46-BD69-7C79EEB010A1}" dt="2025-06-06T10:10:28.792" v="6" actId="2696"/>
        <pc:sldMkLst>
          <pc:docMk/>
          <pc:sldMk cId="3772189574" sldId="275"/>
        </pc:sldMkLst>
      </pc:sldChg>
      <pc:sldChg chg="modSp mod">
        <pc:chgData name="FRANCESCO MARIA TORINO" userId="34a0d49b-5219-4775-9879-2b7012d14a9a" providerId="ADAL" clId="{F93F12C3-B242-AD46-BD69-7C79EEB010A1}" dt="2025-06-09T17:04:18.368" v="1209" actId="20577"/>
        <pc:sldMkLst>
          <pc:docMk/>
          <pc:sldMk cId="3116586205" sldId="277"/>
        </pc:sldMkLst>
        <pc:spChg chg="mod">
          <ac:chgData name="FRANCESCO MARIA TORINO" userId="34a0d49b-5219-4775-9879-2b7012d14a9a" providerId="ADAL" clId="{F93F12C3-B242-AD46-BD69-7C79EEB010A1}" dt="2025-06-09T17:04:18.368" v="1209" actId="20577"/>
          <ac:spMkLst>
            <pc:docMk/>
            <pc:sldMk cId="3116586205" sldId="277"/>
            <ac:spMk id="237" creationId="{314984D0-587D-2929-4925-B181DBFA09F5}"/>
          </ac:spMkLst>
        </pc:spChg>
      </pc:sldChg>
      <pc:sldChg chg="addSp delSp modSp del mod">
        <pc:chgData name="FRANCESCO MARIA TORINO" userId="34a0d49b-5219-4775-9879-2b7012d14a9a" providerId="ADAL" clId="{F93F12C3-B242-AD46-BD69-7C79EEB010A1}" dt="2025-06-09T18:17:22.957" v="1648" actId="2696"/>
        <pc:sldMkLst>
          <pc:docMk/>
          <pc:sldMk cId="3584648600" sldId="280"/>
        </pc:sldMkLst>
      </pc:sldChg>
      <pc:sldChg chg="modSp mod">
        <pc:chgData name="FRANCESCO MARIA TORINO" userId="34a0d49b-5219-4775-9879-2b7012d14a9a" providerId="ADAL" clId="{F93F12C3-B242-AD46-BD69-7C79EEB010A1}" dt="2025-06-09T17:03:26.759" v="1173" actId="20577"/>
        <pc:sldMkLst>
          <pc:docMk/>
          <pc:sldMk cId="2799825697" sldId="281"/>
        </pc:sldMkLst>
        <pc:spChg chg="mod">
          <ac:chgData name="FRANCESCO MARIA TORINO" userId="34a0d49b-5219-4775-9879-2b7012d14a9a" providerId="ADAL" clId="{F93F12C3-B242-AD46-BD69-7C79EEB010A1}" dt="2025-06-09T17:03:26.759" v="1173" actId="20577"/>
          <ac:spMkLst>
            <pc:docMk/>
            <pc:sldMk cId="2799825697" sldId="281"/>
            <ac:spMk id="237" creationId="{2C315EB1-428D-2CF8-9C2E-F1C048A678D3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3:31.252" v="1176" actId="20577"/>
        <pc:sldMkLst>
          <pc:docMk/>
          <pc:sldMk cId="1161251246" sldId="282"/>
        </pc:sldMkLst>
        <pc:spChg chg="mod">
          <ac:chgData name="FRANCESCO MARIA TORINO" userId="34a0d49b-5219-4775-9879-2b7012d14a9a" providerId="ADAL" clId="{F93F12C3-B242-AD46-BD69-7C79EEB010A1}" dt="2025-06-09T17:03:31.252" v="1176" actId="20577"/>
          <ac:spMkLst>
            <pc:docMk/>
            <pc:sldMk cId="1161251246" sldId="282"/>
            <ac:spMk id="237" creationId="{44D17676-3919-4F42-FD73-AEC972C6CCE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7.187" v="3214" actId="2696"/>
        <pc:sldMkLst>
          <pc:docMk/>
          <pc:sldMk cId="2925494781" sldId="283"/>
        </pc:sldMkLst>
        <pc:spChg chg="mod">
          <ac:chgData name="FRANCESCO MARIA TORINO" userId="34a0d49b-5219-4775-9879-2b7012d14a9a" providerId="ADAL" clId="{F93F12C3-B242-AD46-BD69-7C79EEB010A1}" dt="2025-06-09T17:03:35.965" v="1179" actId="20577"/>
          <ac:spMkLst>
            <pc:docMk/>
            <pc:sldMk cId="2925494781" sldId="283"/>
            <ac:spMk id="237" creationId="{27DD9B86-387F-0527-F40B-2B2B44748CD9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0.099" v="3216" actId="2696"/>
        <pc:sldMkLst>
          <pc:docMk/>
          <pc:sldMk cId="442202718" sldId="285"/>
        </pc:sldMkLst>
        <pc:spChg chg="mod">
          <ac:chgData name="FRANCESCO MARIA TORINO" userId="34a0d49b-5219-4775-9879-2b7012d14a9a" providerId="ADAL" clId="{F93F12C3-B242-AD46-BD69-7C79EEB010A1}" dt="2025-06-09T17:03:44.543" v="1185" actId="20577"/>
          <ac:spMkLst>
            <pc:docMk/>
            <pc:sldMk cId="442202718" sldId="285"/>
            <ac:spMk id="237" creationId="{BCF535DA-FF95-4450-F7E0-2F098F6B8B32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8.763" v="3215" actId="2696"/>
        <pc:sldMkLst>
          <pc:docMk/>
          <pc:sldMk cId="1003845412" sldId="286"/>
        </pc:sldMkLst>
        <pc:spChg chg="mod">
          <ac:chgData name="FRANCESCO MARIA TORINO" userId="34a0d49b-5219-4775-9879-2b7012d14a9a" providerId="ADAL" clId="{F93F12C3-B242-AD46-BD69-7C79EEB010A1}" dt="2025-06-09T17:03:40.143" v="1182" actId="20577"/>
          <ac:spMkLst>
            <pc:docMk/>
            <pc:sldMk cId="1003845412" sldId="286"/>
            <ac:spMk id="237" creationId="{E6B66E3E-C7C0-547B-E45A-F8386145DCC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1.084" v="3217" actId="2696"/>
        <pc:sldMkLst>
          <pc:docMk/>
          <pc:sldMk cId="3372366951" sldId="287"/>
        </pc:sldMkLst>
        <pc:spChg chg="mod">
          <ac:chgData name="FRANCESCO MARIA TORINO" userId="34a0d49b-5219-4775-9879-2b7012d14a9a" providerId="ADAL" clId="{F93F12C3-B242-AD46-BD69-7C79EEB010A1}" dt="2025-06-09T17:03:48.702" v="1188" actId="20577"/>
          <ac:spMkLst>
            <pc:docMk/>
            <pc:sldMk cId="3372366951" sldId="287"/>
            <ac:spMk id="237" creationId="{AB0EC9FE-9296-09C3-D173-434ECC8453FE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067" v="3218" actId="2696"/>
        <pc:sldMkLst>
          <pc:docMk/>
          <pc:sldMk cId="1401141599" sldId="288"/>
        </pc:sldMkLst>
        <pc:spChg chg="mod">
          <ac:chgData name="FRANCESCO MARIA TORINO" userId="34a0d49b-5219-4775-9879-2b7012d14a9a" providerId="ADAL" clId="{F93F12C3-B242-AD46-BD69-7C79EEB010A1}" dt="2025-06-09T17:03:53.709" v="1191" actId="20577"/>
          <ac:spMkLst>
            <pc:docMk/>
            <pc:sldMk cId="1401141599" sldId="288"/>
            <ac:spMk id="237" creationId="{72CB5477-C3FC-221B-E8D4-B09F97EDCD3F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521" v="3219" actId="2696"/>
        <pc:sldMkLst>
          <pc:docMk/>
          <pc:sldMk cId="2264291606" sldId="289"/>
        </pc:sldMkLst>
        <pc:spChg chg="mod">
          <ac:chgData name="FRANCESCO MARIA TORINO" userId="34a0d49b-5219-4775-9879-2b7012d14a9a" providerId="ADAL" clId="{F93F12C3-B242-AD46-BD69-7C79EEB010A1}" dt="2025-06-09T17:03:58.301" v="1194" actId="20577"/>
          <ac:spMkLst>
            <pc:docMk/>
            <pc:sldMk cId="2264291606" sldId="289"/>
            <ac:spMk id="237" creationId="{CD01D021-24EB-9158-023C-AF8DD8F7DF89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2.286" v="1197" actId="20577"/>
        <pc:sldMkLst>
          <pc:docMk/>
          <pc:sldMk cId="552862991" sldId="290"/>
        </pc:sldMkLst>
        <pc:spChg chg="mod">
          <ac:chgData name="FRANCESCO MARIA TORINO" userId="34a0d49b-5219-4775-9879-2b7012d14a9a" providerId="ADAL" clId="{F93F12C3-B242-AD46-BD69-7C79EEB010A1}" dt="2025-06-09T17:04:02.286" v="1197" actId="20577"/>
          <ac:spMkLst>
            <pc:docMk/>
            <pc:sldMk cId="552862991" sldId="290"/>
            <ac:spMk id="237" creationId="{F3B6DF70-6A4F-D198-9FC7-744017BD1B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6.754" v="1200" actId="20577"/>
        <pc:sldMkLst>
          <pc:docMk/>
          <pc:sldMk cId="1508285006" sldId="292"/>
        </pc:sldMkLst>
        <pc:spChg chg="mod">
          <ac:chgData name="FRANCESCO MARIA TORINO" userId="34a0d49b-5219-4775-9879-2b7012d14a9a" providerId="ADAL" clId="{F93F12C3-B242-AD46-BD69-7C79EEB010A1}" dt="2025-06-09T17:04:06.754" v="1200" actId="20577"/>
          <ac:spMkLst>
            <pc:docMk/>
            <pc:sldMk cId="1508285006" sldId="292"/>
            <ac:spMk id="237" creationId="{9FD7EF0F-C24E-0383-1347-9478B6B58CEC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0.780" v="1203" actId="20577"/>
        <pc:sldMkLst>
          <pc:docMk/>
          <pc:sldMk cId="1666482300" sldId="293"/>
        </pc:sldMkLst>
        <pc:spChg chg="mod">
          <ac:chgData name="FRANCESCO MARIA TORINO" userId="34a0d49b-5219-4775-9879-2b7012d14a9a" providerId="ADAL" clId="{F93F12C3-B242-AD46-BD69-7C79EEB010A1}" dt="2025-06-09T17:04:10.780" v="1203" actId="20577"/>
          <ac:spMkLst>
            <pc:docMk/>
            <pc:sldMk cId="1666482300" sldId="293"/>
            <ac:spMk id="237" creationId="{B9890C32-06B8-FC3A-CAA2-C6BF09ABC9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4.202" v="1206" actId="20577"/>
        <pc:sldMkLst>
          <pc:docMk/>
          <pc:sldMk cId="638409052" sldId="294"/>
        </pc:sldMkLst>
        <pc:spChg chg="mod">
          <ac:chgData name="FRANCESCO MARIA TORINO" userId="34a0d49b-5219-4775-9879-2b7012d14a9a" providerId="ADAL" clId="{F93F12C3-B242-AD46-BD69-7C79EEB010A1}" dt="2025-06-09T17:04:14.202" v="1206" actId="20577"/>
          <ac:spMkLst>
            <pc:docMk/>
            <pc:sldMk cId="638409052" sldId="294"/>
            <ac:spMk id="237" creationId="{62BE46B8-BA88-058D-A680-B4AC2700FE6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6.496" v="1149" actId="20577"/>
        <pc:sldMkLst>
          <pc:docMk/>
          <pc:sldMk cId="2871947140" sldId="295"/>
        </pc:sldMkLst>
        <pc:spChg chg="mod">
          <ac:chgData name="FRANCESCO MARIA TORINO" userId="34a0d49b-5219-4775-9879-2b7012d14a9a" providerId="ADAL" clId="{F93F12C3-B242-AD46-BD69-7C79EEB010A1}" dt="2025-06-09T17:02:46.496" v="1149" actId="20577"/>
          <ac:spMkLst>
            <pc:docMk/>
            <pc:sldMk cId="2871947140" sldId="295"/>
            <ac:spMk id="220" creationId="{01B03C95-E5A3-3355-6BEB-4890C4BAF638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0.858" v="1152" actId="20577"/>
        <pc:sldMkLst>
          <pc:docMk/>
          <pc:sldMk cId="746687068" sldId="296"/>
        </pc:sldMkLst>
        <pc:spChg chg="mod">
          <ac:chgData name="FRANCESCO MARIA TORINO" userId="34a0d49b-5219-4775-9879-2b7012d14a9a" providerId="ADAL" clId="{F93F12C3-B242-AD46-BD69-7C79EEB010A1}" dt="2025-06-09T17:02:50.858" v="1152" actId="20577"/>
          <ac:spMkLst>
            <pc:docMk/>
            <pc:sldMk cId="746687068" sldId="296"/>
            <ac:spMk id="220" creationId="{FD17F832-DA1D-4776-C5E6-469C954ED3C1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4.843" v="1155" actId="20577"/>
        <pc:sldMkLst>
          <pc:docMk/>
          <pc:sldMk cId="1373631670" sldId="297"/>
        </pc:sldMkLst>
        <pc:spChg chg="mod">
          <ac:chgData name="FRANCESCO MARIA TORINO" userId="34a0d49b-5219-4775-9879-2b7012d14a9a" providerId="ADAL" clId="{F93F12C3-B242-AD46-BD69-7C79EEB010A1}" dt="2025-06-09T17:02:54.843" v="1155" actId="20577"/>
          <ac:spMkLst>
            <pc:docMk/>
            <pc:sldMk cId="1373631670" sldId="297"/>
            <ac:spMk id="220" creationId="{82C081A1-741D-2FA2-6C5D-D270F334360D}"/>
          </ac:spMkLst>
        </pc:spChg>
      </pc:sldChg>
      <pc:sldChg chg="modSp mod">
        <pc:chgData name="FRANCESCO MARIA TORINO" userId="34a0d49b-5219-4775-9879-2b7012d14a9a" providerId="ADAL" clId="{F93F12C3-B242-AD46-BD69-7C79EEB010A1}" dt="2025-06-11T08:38:34.239" v="3209" actId="313"/>
        <pc:sldMkLst>
          <pc:docMk/>
          <pc:sldMk cId="2836561586" sldId="298"/>
        </pc:sldMkLst>
        <pc:spChg chg="mod">
          <ac:chgData name="FRANCESCO MARIA TORINO" userId="34a0d49b-5219-4775-9879-2b7012d14a9a" providerId="ADAL" clId="{F93F12C3-B242-AD46-BD69-7C79EEB010A1}" dt="2025-06-11T08:38:34.239" v="3209" actId="313"/>
          <ac:spMkLst>
            <pc:docMk/>
            <pc:sldMk cId="2836561586" sldId="298"/>
            <ac:spMk id="3" creationId="{A97F5954-A03C-628E-9DF3-6347D6B3EDEB}"/>
          </ac:spMkLst>
        </pc:spChg>
        <pc:spChg chg="mod">
          <ac:chgData name="FRANCESCO MARIA TORINO" userId="34a0d49b-5219-4775-9879-2b7012d14a9a" providerId="ADAL" clId="{F93F12C3-B242-AD46-BD69-7C79EEB010A1}" dt="2025-06-09T17:04:22.129" v="1212" actId="20577"/>
          <ac:spMkLst>
            <pc:docMk/>
            <pc:sldMk cId="2836561586" sldId="298"/>
            <ac:spMk id="237" creationId="{4F3C5D02-3107-9E28-9E7D-1CBAB7BD61AD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09T17:01:34.946" v="1103" actId="20577"/>
        <pc:sldMkLst>
          <pc:docMk/>
          <pc:sldMk cId="1078486313" sldId="299"/>
        </pc:sldMkLst>
        <pc:spChg chg="mod">
          <ac:chgData name="FRANCESCO MARIA TORINO" userId="34a0d49b-5219-4775-9879-2b7012d14a9a" providerId="ADAL" clId="{F93F12C3-B242-AD46-BD69-7C79EEB010A1}" dt="2025-06-09T17:01:34.946" v="1103" actId="20577"/>
          <ac:spMkLst>
            <pc:docMk/>
            <pc:sldMk cId="1078486313" sldId="299"/>
            <ac:spMk id="132" creationId="{D0644095-5DD7-84A3-FCAC-D7FA4224084E}"/>
          </ac:spMkLst>
        </pc:spChg>
        <pc:spChg chg="mod">
          <ac:chgData name="FRANCESCO MARIA TORINO" userId="34a0d49b-5219-4775-9879-2b7012d14a9a" providerId="ADAL" clId="{F93F12C3-B242-AD46-BD69-7C79EEB010A1}" dt="2025-06-09T16:18:21.175" v="263" actId="20577"/>
          <ac:spMkLst>
            <pc:docMk/>
            <pc:sldMk cId="1078486313" sldId="299"/>
            <ac:spMk id="138" creationId="{D484A0D9-49F5-670C-5DA9-78580215A00C}"/>
          </ac:spMkLst>
        </pc:spChg>
        <pc:spChg chg="mod">
          <ac:chgData name="FRANCESCO MARIA TORINO" userId="34a0d49b-5219-4775-9879-2b7012d14a9a" providerId="ADAL" clId="{F93F12C3-B242-AD46-BD69-7C79EEB010A1}" dt="2025-06-09T16:15:22.122" v="33" actId="20577"/>
          <ac:spMkLst>
            <pc:docMk/>
            <pc:sldMk cId="1078486313" sldId="299"/>
            <ac:spMk id="139" creationId="{B4B3D997-D309-740A-4771-79C7E52964D5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10T17:24:08.221" v="2210" actId="20577"/>
        <pc:sldMkLst>
          <pc:docMk/>
          <pc:sldMk cId="3033972534" sldId="300"/>
        </pc:sldMkLst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5" creationId="{CAC8461D-EF1E-E958-324B-25C319B29DE7}"/>
          </ac:spMkLst>
        </pc:spChg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6" creationId="{D25B1C5E-D8C3-50CB-2CEF-095243B8A11C}"/>
          </ac:spMkLst>
        </pc:spChg>
        <pc:spChg chg="add mod">
          <ac:chgData name="FRANCESCO MARIA TORINO" userId="34a0d49b-5219-4775-9879-2b7012d14a9a" providerId="ADAL" clId="{F93F12C3-B242-AD46-BD69-7C79EEB010A1}" dt="2025-06-09T16:32:41.393" v="408" actId="208"/>
          <ac:spMkLst>
            <pc:docMk/>
            <pc:sldMk cId="3033972534" sldId="300"/>
            <ac:spMk id="15" creationId="{95D3D97C-CF31-35C8-1A48-3B1ED3B81431}"/>
          </ac:spMkLst>
        </pc:spChg>
        <pc:spChg chg="add mod">
          <ac:chgData name="FRANCESCO MARIA TORINO" userId="34a0d49b-5219-4775-9879-2b7012d14a9a" providerId="ADAL" clId="{F93F12C3-B242-AD46-BD69-7C79EEB010A1}" dt="2025-06-09T16:32:46.274" v="409" actId="208"/>
          <ac:spMkLst>
            <pc:docMk/>
            <pc:sldMk cId="3033972534" sldId="300"/>
            <ac:spMk id="19" creationId="{6370897C-C26C-6BEA-19F5-9859784BE86F}"/>
          </ac:spMkLst>
        </pc:spChg>
        <pc:spChg chg="add mod">
          <ac:chgData name="FRANCESCO MARIA TORINO" userId="34a0d49b-5219-4775-9879-2b7012d14a9a" providerId="ADAL" clId="{F93F12C3-B242-AD46-BD69-7C79EEB010A1}" dt="2025-06-09T16:32:51.160" v="410" actId="208"/>
          <ac:spMkLst>
            <pc:docMk/>
            <pc:sldMk cId="3033972534" sldId="300"/>
            <ac:spMk id="20" creationId="{7876FE6F-88F7-C207-107D-284B3DB6A90B}"/>
          </ac:spMkLst>
        </pc:spChg>
        <pc:spChg chg="mod">
          <ac:chgData name="FRANCESCO MARIA TORINO" userId="34a0d49b-5219-4775-9879-2b7012d14a9a" providerId="ADAL" clId="{F93F12C3-B242-AD46-BD69-7C79EEB010A1}" dt="2025-06-10T17:06:23.578" v="1712" actId="20577"/>
          <ac:spMkLst>
            <pc:docMk/>
            <pc:sldMk cId="3033972534" sldId="300"/>
            <ac:spMk id="131" creationId="{94AF943E-F2D2-BBFE-8FE2-B43D9024DB54}"/>
          </ac:spMkLst>
        </pc:spChg>
        <pc:spChg chg="mod">
          <ac:chgData name="FRANCESCO MARIA TORINO" userId="34a0d49b-5219-4775-9879-2b7012d14a9a" providerId="ADAL" clId="{F93F12C3-B242-AD46-BD69-7C79EEB010A1}" dt="2025-06-09T17:01:39.680" v="1106" actId="20577"/>
          <ac:spMkLst>
            <pc:docMk/>
            <pc:sldMk cId="3033972534" sldId="300"/>
            <ac:spMk id="132" creationId="{A0FA4090-90AA-F5E3-A0B4-726D5E4CC1DA}"/>
          </ac:spMkLst>
        </pc:spChg>
        <pc:spChg chg="mod">
          <ac:chgData name="FRANCESCO MARIA TORINO" userId="34a0d49b-5219-4775-9879-2b7012d14a9a" providerId="ADAL" clId="{F93F12C3-B242-AD46-BD69-7C79EEB010A1}" dt="2025-06-10T17:24:08.221" v="2210" actId="20577"/>
          <ac:spMkLst>
            <pc:docMk/>
            <pc:sldMk cId="3033972534" sldId="300"/>
            <ac:spMk id="139" creationId="{02E9D293-B737-1400-7FE8-00B833899809}"/>
          </ac:spMkLst>
        </pc:sp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4" creationId="{9C5DF233-A111-0174-3270-367B097648DF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8" creationId="{7E390009-5F69-25C4-7205-E89EF76E68D1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9" creationId="{672678A9-5EBF-395F-4AE1-E34EDF180FA4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11" creationId="{10D3CE0A-B6F7-39CA-9CEA-A9B005049947}"/>
          </ac:picMkLst>
        </pc:picChg>
        <pc:picChg chg="add mod">
          <ac:chgData name="FRANCESCO MARIA TORINO" userId="34a0d49b-5219-4775-9879-2b7012d14a9a" providerId="ADAL" clId="{F93F12C3-B242-AD46-BD69-7C79EEB010A1}" dt="2025-06-09T16:30:19.707" v="387" actId="1076"/>
          <ac:picMkLst>
            <pc:docMk/>
            <pc:sldMk cId="3033972534" sldId="300"/>
            <ac:picMk id="14" creationId="{E9C2B595-202A-BF2A-62DC-053C8A353FB7}"/>
          </ac:picMkLst>
        </pc:picChg>
        <pc:picChg chg="add mod">
          <ac:chgData name="FRANCESCO MARIA TORINO" userId="34a0d49b-5219-4775-9879-2b7012d14a9a" providerId="ADAL" clId="{F93F12C3-B242-AD46-BD69-7C79EEB010A1}" dt="2025-06-09T16:31:01.514" v="395" actId="1076"/>
          <ac:picMkLst>
            <pc:docMk/>
            <pc:sldMk cId="3033972534" sldId="300"/>
            <ac:picMk id="18" creationId="{24B90D45-ADB6-5DEA-3DBB-C404B5A0D3FE}"/>
          </ac:picMkLst>
        </pc:picChg>
        <pc:picChg chg="add mod">
          <ac:chgData name="FRANCESCO MARIA TORINO" userId="34a0d49b-5219-4775-9879-2b7012d14a9a" providerId="ADAL" clId="{F93F12C3-B242-AD46-BD69-7C79EEB010A1}" dt="2025-06-09T16:34:06.974" v="423" actId="1076"/>
          <ac:picMkLst>
            <pc:docMk/>
            <pc:sldMk cId="3033972534" sldId="300"/>
            <ac:picMk id="22" creationId="{93FE52D4-F714-0035-2A34-6053BC818F68}"/>
          </ac:picMkLst>
        </pc:picChg>
        <pc:picChg chg="add mod">
          <ac:chgData name="FRANCESCO MARIA TORINO" userId="34a0d49b-5219-4775-9879-2b7012d14a9a" providerId="ADAL" clId="{F93F12C3-B242-AD46-BD69-7C79EEB010A1}" dt="2025-06-09T16:34:01.206" v="421" actId="1076"/>
          <ac:picMkLst>
            <pc:docMk/>
            <pc:sldMk cId="3033972534" sldId="300"/>
            <ac:picMk id="24" creationId="{290DC5A4-47DB-7818-F93D-E9004046D5BA}"/>
          </ac:picMkLst>
        </pc:picChg>
        <pc:picChg chg="add mod">
          <ac:chgData name="FRANCESCO MARIA TORINO" userId="34a0d49b-5219-4775-9879-2b7012d14a9a" providerId="ADAL" clId="{F93F12C3-B242-AD46-BD69-7C79EEB010A1}" dt="2025-06-09T16:33:58.566" v="420" actId="1076"/>
          <ac:picMkLst>
            <pc:docMk/>
            <pc:sldMk cId="3033972534" sldId="300"/>
            <ac:picMk id="26" creationId="{22111494-87BA-6620-4E71-15C846CEFC2E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17:06:33.495" v="1734" actId="20577"/>
        <pc:sldMkLst>
          <pc:docMk/>
          <pc:sldMk cId="1811442025" sldId="301"/>
        </pc:sldMkLst>
        <pc:spChg chg="mod">
          <ac:chgData name="FRANCESCO MARIA TORINO" userId="34a0d49b-5219-4775-9879-2b7012d14a9a" providerId="ADAL" clId="{F93F12C3-B242-AD46-BD69-7C79EEB010A1}" dt="2025-06-09T16:35:42.728" v="439" actId="14100"/>
          <ac:spMkLst>
            <pc:docMk/>
            <pc:sldMk cId="1811442025" sldId="301"/>
            <ac:spMk id="5" creationId="{531A5BD1-7878-DBEF-20BC-C7B855B08408}"/>
          </ac:spMkLst>
        </pc:spChg>
        <pc:spChg chg="add mod">
          <ac:chgData name="FRANCESCO MARIA TORINO" userId="34a0d49b-5219-4775-9879-2b7012d14a9a" providerId="ADAL" clId="{F93F12C3-B242-AD46-BD69-7C79EEB010A1}" dt="2025-06-09T17:17:55.320" v="1408" actId="20577"/>
          <ac:spMkLst>
            <pc:docMk/>
            <pc:sldMk cId="1811442025" sldId="301"/>
            <ac:spMk id="25" creationId="{1767642D-BF2A-749A-242A-246FB688AD75}"/>
          </ac:spMkLst>
        </pc:spChg>
        <pc:spChg chg="mod">
          <ac:chgData name="FRANCESCO MARIA TORINO" userId="34a0d49b-5219-4775-9879-2b7012d14a9a" providerId="ADAL" clId="{F93F12C3-B242-AD46-BD69-7C79EEB010A1}" dt="2025-06-10T17:06:33.495" v="1734" actId="20577"/>
          <ac:spMkLst>
            <pc:docMk/>
            <pc:sldMk cId="1811442025" sldId="301"/>
            <ac:spMk id="131" creationId="{FAEF29A5-69B5-1D38-6EC2-57CBB608620F}"/>
          </ac:spMkLst>
        </pc:spChg>
        <pc:spChg chg="mod">
          <ac:chgData name="FRANCESCO MARIA TORINO" userId="34a0d49b-5219-4775-9879-2b7012d14a9a" providerId="ADAL" clId="{F93F12C3-B242-AD46-BD69-7C79EEB010A1}" dt="2025-06-09T17:01:46.604" v="1111" actId="20577"/>
          <ac:spMkLst>
            <pc:docMk/>
            <pc:sldMk cId="1811442025" sldId="301"/>
            <ac:spMk id="132" creationId="{DFED8910-B3B2-F0C1-4A14-BB4365A3F2DB}"/>
          </ac:spMkLst>
        </pc:spChg>
        <pc:spChg chg="mod">
          <ac:chgData name="FRANCESCO MARIA TORINO" userId="34a0d49b-5219-4775-9879-2b7012d14a9a" providerId="ADAL" clId="{F93F12C3-B242-AD46-BD69-7C79EEB010A1}" dt="2025-06-09T17:11:24.240" v="1297" actId="1076"/>
          <ac:spMkLst>
            <pc:docMk/>
            <pc:sldMk cId="1811442025" sldId="301"/>
            <ac:spMk id="139" creationId="{9FA67CC5-A691-F130-3846-1C8436FE9368}"/>
          </ac:spMkLst>
        </pc:spChg>
        <pc:picChg chg="add mod">
          <ac:chgData name="FRANCESCO MARIA TORINO" userId="34a0d49b-5219-4775-9879-2b7012d14a9a" providerId="ADAL" clId="{F93F12C3-B242-AD46-BD69-7C79EEB010A1}" dt="2025-06-09T17:14:03.956" v="1320" actId="1076"/>
          <ac:picMkLst>
            <pc:docMk/>
            <pc:sldMk cId="1811442025" sldId="301"/>
            <ac:picMk id="23" creationId="{76C3346A-9422-DB48-94DC-CCBD2DD03AFF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09T17:17:13.141" v="1379" actId="1076"/>
        <pc:sldMkLst>
          <pc:docMk/>
          <pc:sldMk cId="1439483489" sldId="302"/>
        </pc:sldMkLst>
      </pc:sldChg>
      <pc:sldChg chg="modSp add mod ord">
        <pc:chgData name="FRANCESCO MARIA TORINO" userId="34a0d49b-5219-4775-9879-2b7012d14a9a" providerId="ADAL" clId="{F93F12C3-B242-AD46-BD69-7C79EEB010A1}" dt="2025-06-09T17:14:31.409" v="1332"/>
        <pc:sldMkLst>
          <pc:docMk/>
          <pc:sldMk cId="4129929411" sldId="303"/>
        </pc:sldMkLst>
      </pc:sldChg>
      <pc:sldChg chg="addSp delSp modSp add mod">
        <pc:chgData name="FRANCESCO MARIA TORINO" userId="34a0d49b-5219-4775-9879-2b7012d14a9a" providerId="ADAL" clId="{F93F12C3-B242-AD46-BD69-7C79EEB010A1}" dt="2025-06-09T17:17:03.356" v="1378" actId="1076"/>
        <pc:sldMkLst>
          <pc:docMk/>
          <pc:sldMk cId="3653600856" sldId="304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40.328" v="1335"/>
        <pc:sldMkLst>
          <pc:docMk/>
          <pc:sldMk cId="4021551348" sldId="305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37.656" v="1334"/>
        <pc:sldMkLst>
          <pc:docMk/>
          <pc:sldMk cId="3775568194" sldId="306"/>
        </pc:sldMkLst>
      </pc:sldChg>
      <pc:sldChg chg="modSp add mod ord">
        <pc:chgData name="FRANCESCO MARIA TORINO" userId="34a0d49b-5219-4775-9879-2b7012d14a9a" providerId="ADAL" clId="{F93F12C3-B242-AD46-BD69-7C79EEB010A1}" dt="2025-06-09T17:14:42.588" v="1336"/>
        <pc:sldMkLst>
          <pc:docMk/>
          <pc:sldMk cId="2896226816" sldId="307"/>
        </pc:sldMkLst>
      </pc:sldChg>
      <pc:sldChg chg="addSp delSp modSp add mod">
        <pc:chgData name="FRANCESCO MARIA TORINO" userId="34a0d49b-5219-4775-9879-2b7012d14a9a" providerId="ADAL" clId="{F93F12C3-B242-AD46-BD69-7C79EEB010A1}" dt="2025-06-10T09:10:28.841" v="1664" actId="20577"/>
        <pc:sldMkLst>
          <pc:docMk/>
          <pc:sldMk cId="3878454640" sldId="308"/>
        </pc:sldMkLst>
      </pc:sldChg>
      <pc:sldChg chg="modSp add mod">
        <pc:chgData name="FRANCESCO MARIA TORINO" userId="34a0d49b-5219-4775-9879-2b7012d14a9a" providerId="ADAL" clId="{F93F12C3-B242-AD46-BD69-7C79EEB010A1}" dt="2025-06-09T17:14:25.273" v="1330"/>
        <pc:sldMkLst>
          <pc:docMk/>
          <pc:sldMk cId="1618289684" sldId="309"/>
        </pc:sldMkLst>
      </pc:sldChg>
      <pc:sldChg chg="addSp delSp modSp add mod ord">
        <pc:chgData name="FRANCESCO MARIA TORINO" userId="34a0d49b-5219-4775-9879-2b7012d14a9a" providerId="ADAL" clId="{F93F12C3-B242-AD46-BD69-7C79EEB010A1}" dt="2025-06-10T17:12:19.244" v="1931"/>
        <pc:sldMkLst>
          <pc:docMk/>
          <pc:sldMk cId="3640583560" sldId="310"/>
        </pc:sldMkLst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4" creationId="{E9CB6533-F910-31B9-7B0A-29ECB02ABE4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7" creationId="{F7D4CAE6-7B0A-039C-F81A-A54D3FC79A81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8" creationId="{12B0B01F-11DD-8BA8-A801-9A4B7C38827A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9" creationId="{8294FAE7-A8C0-ABE4-4DF9-9F21340D420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10" creationId="{FCDB7BF0-A2FC-E036-BD11-D03E29506E4C}"/>
          </ac:spMkLst>
        </pc:spChg>
        <pc:spChg chg="mod">
          <ac:chgData name="FRANCESCO MARIA TORINO" userId="34a0d49b-5219-4775-9879-2b7012d14a9a" providerId="ADAL" clId="{F93F12C3-B242-AD46-BD69-7C79EEB010A1}" dt="2025-06-10T17:06:39.601" v="1736" actId="20577"/>
          <ac:spMkLst>
            <pc:docMk/>
            <pc:sldMk cId="3640583560" sldId="310"/>
            <ac:spMk id="131" creationId="{628AF979-0486-CDD5-B1F5-8978C42337E0}"/>
          </ac:spMkLst>
        </pc:spChg>
        <pc:spChg chg="mod">
          <ac:chgData name="FRANCESCO MARIA TORINO" userId="34a0d49b-5219-4775-9879-2b7012d14a9a" providerId="ADAL" clId="{F93F12C3-B242-AD46-BD69-7C79EEB010A1}" dt="2025-06-09T17:15:36.028" v="1367" actId="20577"/>
          <ac:spMkLst>
            <pc:docMk/>
            <pc:sldMk cId="3640583560" sldId="310"/>
            <ac:spMk id="139" creationId="{BC8FC9B9-D6DB-6D8C-7831-44B43763D15C}"/>
          </ac:spMkLst>
        </pc:sp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3" creationId="{EF57668F-1C8F-4C26-2E76-8F0016F2930E}"/>
          </ac:picMkLst>
        </pc:pic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6" creationId="{30957BFC-3E57-96B0-494D-6004E456F853}"/>
          </ac:picMkLst>
        </pc:picChg>
      </pc:sldChg>
      <pc:sldChg chg="modSp add mod ord">
        <pc:chgData name="FRANCESCO MARIA TORINO" userId="34a0d49b-5219-4775-9879-2b7012d14a9a" providerId="ADAL" clId="{F93F12C3-B242-AD46-BD69-7C79EEB010A1}" dt="2025-06-10T17:24:12.610" v="2212" actId="20577"/>
        <pc:sldMkLst>
          <pc:docMk/>
          <pc:sldMk cId="3009475373" sldId="311"/>
        </pc:sldMkLst>
        <pc:spChg chg="mod">
          <ac:chgData name="FRANCESCO MARIA TORINO" userId="34a0d49b-5219-4775-9879-2b7012d14a9a" providerId="ADAL" clId="{F93F12C3-B242-AD46-BD69-7C79EEB010A1}" dt="2025-06-10T17:06:50.860" v="1738" actId="1076"/>
          <ac:spMkLst>
            <pc:docMk/>
            <pc:sldMk cId="3009475373" sldId="311"/>
            <ac:spMk id="130" creationId="{EE68D346-0F98-EE20-4EAB-5F83DE20E09F}"/>
          </ac:spMkLst>
        </pc:spChg>
        <pc:spChg chg="mod">
          <ac:chgData name="FRANCESCO MARIA TORINO" userId="34a0d49b-5219-4775-9879-2b7012d14a9a" providerId="ADAL" clId="{F93F12C3-B242-AD46-BD69-7C79EEB010A1}" dt="2025-06-10T17:06:52.395" v="1739"/>
          <ac:spMkLst>
            <pc:docMk/>
            <pc:sldMk cId="3009475373" sldId="311"/>
            <ac:spMk id="131" creationId="{07572EB3-9999-3B47-FF53-A387EAE1B599}"/>
          </ac:spMkLst>
        </pc:spChg>
        <pc:spChg chg="mod">
          <ac:chgData name="FRANCESCO MARIA TORINO" userId="34a0d49b-5219-4775-9879-2b7012d14a9a" providerId="ADAL" clId="{F93F12C3-B242-AD46-BD69-7C79EEB010A1}" dt="2025-06-10T17:24:12.610" v="2212" actId="20577"/>
          <ac:spMkLst>
            <pc:docMk/>
            <pc:sldMk cId="3009475373" sldId="311"/>
            <ac:spMk id="139" creationId="{AFF98C67-8CE1-6232-6F55-C2F18B6A8C73}"/>
          </ac:spMkLst>
        </pc:spChg>
      </pc:sldChg>
      <pc:sldChg chg="addSp delSp modSp add mod modAnim">
        <pc:chgData name="FRANCESCO MARIA TORINO" userId="34a0d49b-5219-4775-9879-2b7012d14a9a" providerId="ADAL" clId="{F93F12C3-B242-AD46-BD69-7C79EEB010A1}" dt="2025-06-10T21:58:39.658" v="3205"/>
        <pc:sldMkLst>
          <pc:docMk/>
          <pc:sldMk cId="3601196712" sldId="312"/>
        </pc:sldMkLst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" creationId="{C1D6772D-07E7-F8CC-6F5D-DBC345625EB6}"/>
          </ac:spMkLst>
        </pc:spChg>
        <pc:spChg chg="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6" creationId="{9291307D-E7DF-2BF4-4CF6-2A5E9B8A1D15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7" creationId="{464736DE-C213-0A68-C952-40D4CF09F5C0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0" creationId="{71976FE6-E2BC-7EF1-827B-C07851E4805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2" creationId="{67168E1C-4017-6736-D39E-A0BEAC0574FF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3" creationId="{E7D4BD54-652E-AB91-55D4-FE6741C178D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6" creationId="{27229E1B-93EA-4E2C-9579-1CB6BAD88B33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7" creationId="{A937981C-AD62-B8BF-29F2-42B4D3285DF8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1" creationId="{114D89BE-68BA-CF66-283C-1064F704D136}"/>
          </ac:spMkLst>
        </pc:spChg>
        <pc:spChg chg="add mod">
          <ac:chgData name="FRANCESCO MARIA TORINO" userId="34a0d49b-5219-4775-9879-2b7012d14a9a" providerId="ADAL" clId="{F93F12C3-B242-AD46-BD69-7C79EEB010A1}" dt="2025-06-09T18:12:32.312" v="1506" actId="1035"/>
          <ac:spMkLst>
            <pc:docMk/>
            <pc:sldMk cId="3601196712" sldId="312"/>
            <ac:spMk id="23" creationId="{5AA3B50E-BCF8-D1E5-85B4-6B294BB43A86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5" creationId="{195F43A1-EDAC-0A5F-3637-6A8A6B9CD735}"/>
          </ac:spMkLst>
        </pc:spChg>
        <pc:spChg chg="mod">
          <ac:chgData name="FRANCESCO MARIA TORINO" userId="34a0d49b-5219-4775-9879-2b7012d14a9a" providerId="ADAL" clId="{F93F12C3-B242-AD46-BD69-7C79EEB010A1}" dt="2025-06-10T17:07:31.106" v="1792"/>
          <ac:spMkLst>
            <pc:docMk/>
            <pc:sldMk cId="3601196712" sldId="312"/>
            <ac:spMk id="131" creationId="{2186B2D0-D2C1-E845-DEE1-39B35C444922}"/>
          </ac:spMkLst>
        </pc:spChg>
      </pc:sldChg>
      <pc:sldChg chg="addSp delSp modSp add mod delAnim modAnim">
        <pc:chgData name="FRANCESCO MARIA TORINO" userId="34a0d49b-5219-4775-9879-2b7012d14a9a" providerId="ADAL" clId="{F93F12C3-B242-AD46-BD69-7C79EEB010A1}" dt="2025-06-12T08:12:38.738" v="3222" actId="14100"/>
        <pc:sldMkLst>
          <pc:docMk/>
          <pc:sldMk cId="2002693627" sldId="313"/>
        </pc:sldMkLst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5" creationId="{B1FB5087-E9D8-DA24-2781-5B5731E382F2}"/>
          </ac:spMkLst>
        </pc:spChg>
        <pc:spChg chg="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6" creationId="{8B724336-3C54-77A0-11AE-9C195DA51F5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8" creationId="{553D6E3E-E244-09EE-5DDE-38AE638A3DD2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9" creationId="{47C04A6B-1B56-E936-FC26-FBE589DDFBF9}"/>
          </ac:spMkLst>
        </pc:spChg>
        <pc:spChg chg="add mod">
          <ac:chgData name="FRANCESCO MARIA TORINO" userId="34a0d49b-5219-4775-9879-2b7012d14a9a" providerId="ADAL" clId="{F93F12C3-B242-AD46-BD69-7C79EEB010A1}" dt="2025-06-09T18:11:31.819" v="1438" actId="1076"/>
          <ac:spMkLst>
            <pc:docMk/>
            <pc:sldMk cId="2002693627" sldId="313"/>
            <ac:spMk id="11" creationId="{45C13A6B-FA72-1AC8-03FC-D3A278FA4AD4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4" creationId="{92A36AAF-8F13-408B-D9B2-8BEB4F50C97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5" creationId="{4228ACF5-44F9-AF49-0DE3-67E5D6CCF63E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8" creationId="{5E2C8772-A040-0D0A-D8D1-A7CE4435196C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9" creationId="{39C5D711-479F-55B1-8622-1BEDF9F95AB6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0" creationId="{80BD69DF-94E8-D015-9CC9-243A82F0097A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2" creationId="{4B66BCE0-5B43-8FD4-A750-10AB5FFD0714}"/>
          </ac:spMkLst>
        </pc:spChg>
        <pc:spChg chg="mod">
          <ac:chgData name="FRANCESCO MARIA TORINO" userId="34a0d49b-5219-4775-9879-2b7012d14a9a" providerId="ADAL" clId="{F93F12C3-B242-AD46-BD69-7C79EEB010A1}" dt="2025-06-10T17:07:54.715" v="1818"/>
          <ac:spMkLst>
            <pc:docMk/>
            <pc:sldMk cId="2002693627" sldId="313"/>
            <ac:spMk id="131" creationId="{8642144A-3FF2-CA6F-6327-DE0BEC887E4D}"/>
          </ac:spMkLst>
        </pc:spChg>
        <pc:cxnChg chg="mod">
          <ac:chgData name="FRANCESCO MARIA TORINO" userId="34a0d49b-5219-4775-9879-2b7012d14a9a" providerId="ADAL" clId="{F93F12C3-B242-AD46-BD69-7C79EEB010A1}" dt="2025-06-12T08:12:34.292" v="3221" actId="14100"/>
          <ac:cxnSpMkLst>
            <pc:docMk/>
            <pc:sldMk cId="2002693627" sldId="313"/>
            <ac:cxnSpMk id="28" creationId="{EE889D78-169E-FC8E-F854-A6BA46B97F3F}"/>
          </ac:cxnSpMkLst>
        </pc:cxnChg>
        <pc:cxnChg chg="mod">
          <ac:chgData name="FRANCESCO MARIA TORINO" userId="34a0d49b-5219-4775-9879-2b7012d14a9a" providerId="ADAL" clId="{F93F12C3-B242-AD46-BD69-7C79EEB010A1}" dt="2025-06-12T08:12:38.738" v="3222" actId="14100"/>
          <ac:cxnSpMkLst>
            <pc:docMk/>
            <pc:sldMk cId="2002693627" sldId="313"/>
            <ac:cxnSpMk id="30" creationId="{8BCD3F47-7F53-2776-E58F-5579FF0D5B50}"/>
          </ac:cxnSpMkLst>
        </pc:cxnChg>
      </pc:sldChg>
      <pc:sldChg chg="addSp delSp modSp add mod delAnim modAnim">
        <pc:chgData name="FRANCESCO MARIA TORINO" userId="34a0d49b-5219-4775-9879-2b7012d14a9a" providerId="ADAL" clId="{F93F12C3-B242-AD46-BD69-7C79EEB010A1}" dt="2025-06-12T08:12:29.279" v="3220" actId="14100"/>
        <pc:sldMkLst>
          <pc:docMk/>
          <pc:sldMk cId="1555627907" sldId="314"/>
        </pc:sldMkLst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2" creationId="{88EF2D20-C340-ADEB-6BB3-B9F848C12CD7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3" creationId="{2D5AF00F-0092-07ED-F6A0-EF96B3C24692}"/>
          </ac:spMkLst>
        </pc:spChg>
        <pc:spChg chg="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6" creationId="{C8408521-B14E-F9AA-0691-BE3B69F9916C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7" creationId="{ED7F7442-EADE-22CD-3026-71FD4DAFF546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0" creationId="{4A5DBB16-0EE4-BD63-49A4-DB328DBF4210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2" creationId="{62E709CA-A2C4-B647-9C94-C6480A973991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3" creationId="{6BE32C82-38A1-9236-C67F-95EB7369ED5B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6" creationId="{37924FCA-800F-6784-819B-9B3B77B1D8DA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7" creationId="{C31AF258-A2DB-92D0-A210-5B788A201C6F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45" creationId="{FCCB2B47-AE46-A48C-CF68-5C4548732696}"/>
          </ac:spMkLst>
        </pc:spChg>
        <pc:spChg chg="mod">
          <ac:chgData name="FRANCESCO MARIA TORINO" userId="34a0d49b-5219-4775-9879-2b7012d14a9a" providerId="ADAL" clId="{F93F12C3-B242-AD46-BD69-7C79EEB010A1}" dt="2025-06-10T17:08:07.378" v="1827"/>
          <ac:spMkLst>
            <pc:docMk/>
            <pc:sldMk cId="1555627907" sldId="314"/>
            <ac:spMk id="131" creationId="{5388ACC7-5F2E-56F3-749F-F84438ADA11C}"/>
          </ac:spMkLst>
        </pc:spChg>
        <pc:picChg chg="add mod">
          <ac:chgData name="FRANCESCO MARIA TORINO" userId="34a0d49b-5219-4775-9879-2b7012d14a9a" providerId="ADAL" clId="{F93F12C3-B242-AD46-BD69-7C79EEB010A1}" dt="2025-06-09T18:13:18.522" v="1564" actId="1036"/>
          <ac:picMkLst>
            <pc:docMk/>
            <pc:sldMk cId="1555627907" sldId="314"/>
            <ac:picMk id="41" creationId="{D94DA7F1-E517-5DCB-1965-F75E623594AF}"/>
          </ac:picMkLst>
        </pc:picChg>
        <pc:cxnChg chg="mod">
          <ac:chgData name="FRANCESCO MARIA TORINO" userId="34a0d49b-5219-4775-9879-2b7012d14a9a" providerId="ADAL" clId="{F93F12C3-B242-AD46-BD69-7C79EEB010A1}" dt="2025-06-12T08:12:29.279" v="3220" actId="14100"/>
          <ac:cxnSpMkLst>
            <pc:docMk/>
            <pc:sldMk cId="1555627907" sldId="314"/>
            <ac:cxnSpMk id="35" creationId="{17265E50-1BB0-2FF3-695C-DDB02075945C}"/>
          </ac:cxnSpMkLst>
        </pc:cxnChg>
      </pc:sldChg>
      <pc:sldChg chg="addSp delSp modSp add mod delAnim">
        <pc:chgData name="FRANCESCO MARIA TORINO" userId="34a0d49b-5219-4775-9879-2b7012d14a9a" providerId="ADAL" clId="{F93F12C3-B242-AD46-BD69-7C79EEB010A1}" dt="2025-06-10T21:58:57.583" v="3206" actId="1076"/>
        <pc:sldMkLst>
          <pc:docMk/>
          <pc:sldMk cId="1571091931" sldId="315"/>
        </pc:sldMkLst>
        <pc:spChg chg="add mod">
          <ac:chgData name="FRANCESCO MARIA TORINO" userId="34a0d49b-5219-4775-9879-2b7012d14a9a" providerId="ADAL" clId="{F93F12C3-B242-AD46-BD69-7C79EEB010A1}" dt="2025-06-10T17:08:52.592" v="1870" actId="20577"/>
          <ac:spMkLst>
            <pc:docMk/>
            <pc:sldMk cId="1571091931" sldId="315"/>
            <ac:spMk id="5" creationId="{A8E61848-BFED-E7FE-C27B-7CF3C0A8C7F0}"/>
          </ac:spMkLst>
        </pc:spChg>
        <pc:spChg chg="mod">
          <ac:chgData name="FRANCESCO MARIA TORINO" userId="34a0d49b-5219-4775-9879-2b7012d14a9a" providerId="ADAL" clId="{F93F12C3-B242-AD46-BD69-7C79EEB010A1}" dt="2025-06-10T17:08:38.393" v="1869" actId="14100"/>
          <ac:spMkLst>
            <pc:docMk/>
            <pc:sldMk cId="1571091931" sldId="315"/>
            <ac:spMk id="6" creationId="{356CF6D6-CD46-12C0-8610-06C678A987DE}"/>
          </ac:spMkLst>
        </pc:spChg>
        <pc:spChg chg="mod">
          <ac:chgData name="FRANCESCO MARIA TORINO" userId="34a0d49b-5219-4775-9879-2b7012d14a9a" providerId="ADAL" clId="{F93F12C3-B242-AD46-BD69-7C79EEB010A1}" dt="2025-06-10T17:08:59.505" v="1871"/>
          <ac:spMkLst>
            <pc:docMk/>
            <pc:sldMk cId="1571091931" sldId="315"/>
            <ac:spMk id="131" creationId="{18CA1DEA-C733-AE3B-B8AE-4922913E877A}"/>
          </ac:spMkLst>
        </pc:spChg>
        <pc:picChg chg="add mod">
          <ac:chgData name="FRANCESCO MARIA TORINO" userId="34a0d49b-5219-4775-9879-2b7012d14a9a" providerId="ADAL" clId="{F93F12C3-B242-AD46-BD69-7C79EEB010A1}" dt="2025-06-10T17:08:38.393" v="1869" actId="14100"/>
          <ac:picMkLst>
            <pc:docMk/>
            <pc:sldMk cId="1571091931" sldId="315"/>
            <ac:picMk id="4" creationId="{09674B07-8720-B04C-0F91-BD5D295D700B}"/>
          </ac:picMkLst>
        </pc:picChg>
        <pc:picChg chg="add mod">
          <ac:chgData name="FRANCESCO MARIA TORINO" userId="34a0d49b-5219-4775-9879-2b7012d14a9a" providerId="ADAL" clId="{F93F12C3-B242-AD46-BD69-7C79EEB010A1}" dt="2025-06-10T21:58:57.583" v="3206" actId="1076"/>
          <ac:picMkLst>
            <pc:docMk/>
            <pc:sldMk cId="1571091931" sldId="315"/>
            <ac:picMk id="8" creationId="{6423A0AB-093D-7B6A-67CC-E14795D7086D}"/>
          </ac:picMkLst>
        </pc:picChg>
      </pc:sldChg>
      <pc:sldChg chg="addSp delSp modSp add del mod addAnim delAnim">
        <pc:chgData name="FRANCESCO MARIA TORINO" userId="34a0d49b-5219-4775-9879-2b7012d14a9a" providerId="ADAL" clId="{F93F12C3-B242-AD46-BD69-7C79EEB010A1}" dt="2025-06-09T18:14:05.260" v="1570"/>
        <pc:sldMkLst>
          <pc:docMk/>
          <pc:sldMk cId="2509995246" sldId="315"/>
        </pc:sldMkLst>
      </pc:sldChg>
      <pc:sldChg chg="addSp delSp modSp add mod">
        <pc:chgData name="FRANCESCO MARIA TORINO" userId="34a0d49b-5219-4775-9879-2b7012d14a9a" providerId="ADAL" clId="{F93F12C3-B242-AD46-BD69-7C79EEB010A1}" dt="2025-06-12T08:11:44.081" v="3213" actId="1076"/>
        <pc:sldMkLst>
          <pc:docMk/>
          <pc:sldMk cId="808079837" sldId="316"/>
        </pc:sldMkLst>
        <pc:spChg chg="add mod">
          <ac:chgData name="FRANCESCO MARIA TORINO" userId="34a0d49b-5219-4775-9879-2b7012d14a9a" providerId="ADAL" clId="{F93F12C3-B242-AD46-BD69-7C79EEB010A1}" dt="2025-06-09T18:16:50.840" v="1644" actId="1037"/>
          <ac:spMkLst>
            <pc:docMk/>
            <pc:sldMk cId="808079837" sldId="316"/>
            <ac:spMk id="2" creationId="{D1EBA9D7-BEB9-8B6E-CFF8-B5D0050D81A5}"/>
          </ac:spMkLst>
        </pc:spChg>
        <pc:spChg chg="add mod">
          <ac:chgData name="FRANCESCO MARIA TORINO" userId="34a0d49b-5219-4775-9879-2b7012d14a9a" providerId="ADAL" clId="{F93F12C3-B242-AD46-BD69-7C79EEB010A1}" dt="2025-06-09T18:16:40.102" v="1633" actId="1038"/>
          <ac:spMkLst>
            <pc:docMk/>
            <pc:sldMk cId="808079837" sldId="316"/>
            <ac:spMk id="3" creationId="{EBC35625-E50C-00C3-203B-7959A53966AE}"/>
          </ac:spMkLst>
        </pc:spChg>
        <pc:spChg chg="mod">
          <ac:chgData name="FRANCESCO MARIA TORINO" userId="34a0d49b-5219-4775-9879-2b7012d14a9a" providerId="ADAL" clId="{F93F12C3-B242-AD46-BD69-7C79EEB010A1}" dt="2025-06-10T17:09:13.543" v="1899"/>
          <ac:spMkLst>
            <pc:docMk/>
            <pc:sldMk cId="808079837" sldId="316"/>
            <ac:spMk id="131" creationId="{C7CB93C5-8446-8E80-0B2A-6B0670B634CE}"/>
          </ac:spMkLst>
        </pc:spChg>
        <pc:spChg chg="mod">
          <ac:chgData name="FRANCESCO MARIA TORINO" userId="34a0d49b-5219-4775-9879-2b7012d14a9a" providerId="ADAL" clId="{F93F12C3-B242-AD46-BD69-7C79EEB010A1}" dt="2025-06-10T17:09:08.846" v="1898" actId="20577"/>
          <ac:spMkLst>
            <pc:docMk/>
            <pc:sldMk cId="808079837" sldId="316"/>
            <ac:spMk id="139" creationId="{998234B5-F40A-8D95-4E09-0C10AB46E11E}"/>
          </ac:spMkLst>
        </pc:spChg>
        <pc:picChg chg="add mod">
          <ac:chgData name="FRANCESCO MARIA TORINO" userId="34a0d49b-5219-4775-9879-2b7012d14a9a" providerId="ADAL" clId="{F93F12C3-B242-AD46-BD69-7C79EEB010A1}" dt="2025-06-12T08:11:44.081" v="3213" actId="1076"/>
          <ac:picMkLst>
            <pc:docMk/>
            <pc:sldMk cId="808079837" sldId="316"/>
            <ac:picMk id="4" creationId="{B16AF1DA-8EA2-7CB6-1CE6-95D965770DC2}"/>
          </ac:picMkLst>
        </pc:picChg>
        <pc:picChg chg="add mod">
          <ac:chgData name="FRANCESCO MARIA TORINO" userId="34a0d49b-5219-4775-9879-2b7012d14a9a" providerId="ADAL" clId="{F93F12C3-B242-AD46-BD69-7C79EEB010A1}" dt="2025-06-09T18:16:50.840" v="1644" actId="1037"/>
          <ac:picMkLst>
            <pc:docMk/>
            <pc:sldMk cId="808079837" sldId="316"/>
            <ac:picMk id="7" creationId="{51E14DAA-CC27-28D5-9627-9BAFF8B4E87C}"/>
          </ac:picMkLst>
        </pc:picChg>
        <pc:picChg chg="add mod">
          <ac:chgData name="FRANCESCO MARIA TORINO" userId="34a0d49b-5219-4775-9879-2b7012d14a9a" providerId="ADAL" clId="{F93F12C3-B242-AD46-BD69-7C79EEB010A1}" dt="2025-06-09T18:16:40.102" v="1633" actId="1038"/>
          <ac:picMkLst>
            <pc:docMk/>
            <pc:sldMk cId="808079837" sldId="316"/>
            <ac:picMk id="9" creationId="{785F073A-62E9-3D87-9140-A7336CCAA31E}"/>
          </ac:picMkLst>
        </pc:picChg>
        <pc:picChg chg="add del mod">
          <ac:chgData name="FRANCESCO MARIA TORINO" userId="34a0d49b-5219-4775-9879-2b7012d14a9a" providerId="ADAL" clId="{F93F12C3-B242-AD46-BD69-7C79EEB010A1}" dt="2025-06-12T08:11:39.801" v="3211" actId="478"/>
          <ac:picMkLst>
            <pc:docMk/>
            <pc:sldMk cId="808079837" sldId="316"/>
            <ac:picMk id="10" creationId="{53D4B683-FE4E-ECAD-80F5-58518673F05A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07:15.038" v="1788" actId="478"/>
        <pc:sldMkLst>
          <pc:docMk/>
          <pc:sldMk cId="1942140879" sldId="317"/>
        </pc:sldMkLst>
        <pc:spChg chg="mod">
          <ac:chgData name="FRANCESCO MARIA TORINO" userId="34a0d49b-5219-4775-9879-2b7012d14a9a" providerId="ADAL" clId="{F93F12C3-B242-AD46-BD69-7C79EEB010A1}" dt="2025-06-10T17:07:13.016" v="1787" actId="20577"/>
          <ac:spMkLst>
            <pc:docMk/>
            <pc:sldMk cId="1942140879" sldId="317"/>
            <ac:spMk id="131" creationId="{1DAC8BCA-2F5F-1A29-61D8-0DA7A6942BEC}"/>
          </ac:spMkLst>
        </pc:spChg>
      </pc:sldChg>
      <pc:sldChg chg="addSp delSp modSp mod">
        <pc:chgData name="FRANCESCO MARIA TORINO" userId="34a0d49b-5219-4775-9879-2b7012d14a9a" providerId="ADAL" clId="{F93F12C3-B242-AD46-BD69-7C79EEB010A1}" dt="2025-06-10T21:34:35.408" v="2868"/>
        <pc:sldMkLst>
          <pc:docMk/>
          <pc:sldMk cId="1087032816" sldId="324"/>
        </pc:sldMkLst>
        <pc:picChg chg="add mod">
          <ac:chgData name="FRANCESCO MARIA TORINO" userId="34a0d49b-5219-4775-9879-2b7012d14a9a" providerId="ADAL" clId="{F93F12C3-B242-AD46-BD69-7C79EEB010A1}" dt="2025-06-10T21:34:35.408" v="2868"/>
          <ac:picMkLst>
            <pc:docMk/>
            <pc:sldMk cId="1087032816" sldId="324"/>
            <ac:picMk id="4" creationId="{D8392D5E-0591-BBF7-C89F-4B15093EF752}"/>
          </ac:picMkLst>
        </pc:picChg>
      </pc:sldChg>
      <pc:sldChg chg="addSp delSp modSp add mod ord">
        <pc:chgData name="FRANCESCO MARIA TORINO" userId="34a0d49b-5219-4775-9879-2b7012d14a9a" providerId="ADAL" clId="{F93F12C3-B242-AD46-BD69-7C79EEB010A1}" dt="2025-06-12T08:11:36.699" v="3210" actId="21"/>
        <pc:sldMkLst>
          <pc:docMk/>
          <pc:sldMk cId="578151328" sldId="330"/>
        </pc:sldMkLst>
        <pc:spChg chg="mod">
          <ac:chgData name="FRANCESCO MARIA TORINO" userId="34a0d49b-5219-4775-9879-2b7012d14a9a" providerId="ADAL" clId="{F93F12C3-B242-AD46-BD69-7C79EEB010A1}" dt="2025-06-10T17:24:18.135" v="2214" actId="20577"/>
          <ac:spMkLst>
            <pc:docMk/>
            <pc:sldMk cId="578151328" sldId="330"/>
            <ac:spMk id="139" creationId="{0E7A969D-E9E8-7D40-71A6-0A859CB4B154}"/>
          </ac:spMkLst>
        </pc:spChg>
        <pc:picChg chg="add del mod">
          <ac:chgData name="FRANCESCO MARIA TORINO" userId="34a0d49b-5219-4775-9879-2b7012d14a9a" providerId="ADAL" clId="{F93F12C3-B242-AD46-BD69-7C79EEB010A1}" dt="2025-06-12T08:11:36.699" v="3210" actId="21"/>
          <ac:picMkLst>
            <pc:docMk/>
            <pc:sldMk cId="578151328" sldId="330"/>
            <ac:picMk id="2" creationId="{1265340C-1D43-3CCC-52F6-5E4FD2649B45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24:22.643" v="2216" actId="20577"/>
        <pc:sldMkLst>
          <pc:docMk/>
          <pc:sldMk cId="2996172871" sldId="331"/>
        </pc:sldMkLst>
        <pc:spChg chg="mod">
          <ac:chgData name="FRANCESCO MARIA TORINO" userId="34a0d49b-5219-4775-9879-2b7012d14a9a" providerId="ADAL" clId="{F93F12C3-B242-AD46-BD69-7C79EEB010A1}" dt="2025-06-10T17:24:22.643" v="2216" actId="20577"/>
          <ac:spMkLst>
            <pc:docMk/>
            <pc:sldMk cId="2996172871" sldId="331"/>
            <ac:spMk id="139" creationId="{08AEA027-CF98-FF84-8370-8A9A3A888901}"/>
          </ac:spMkLst>
        </pc:spChg>
      </pc:sldChg>
      <pc:sldChg chg="delSp modSp add del mod">
        <pc:chgData name="FRANCESCO MARIA TORINO" userId="34a0d49b-5219-4775-9879-2b7012d14a9a" providerId="ADAL" clId="{F93F12C3-B242-AD46-BD69-7C79EEB010A1}" dt="2025-06-10T21:58:23.417" v="3202" actId="2696"/>
        <pc:sldMkLst>
          <pc:docMk/>
          <pc:sldMk cId="1732592567" sldId="332"/>
        </pc:sldMkLst>
      </pc:sldChg>
      <pc:sldChg chg="modSp add del mod ord">
        <pc:chgData name="FRANCESCO MARIA TORINO" userId="34a0d49b-5219-4775-9879-2b7012d14a9a" providerId="ADAL" clId="{F93F12C3-B242-AD46-BD69-7C79EEB010A1}" dt="2025-06-10T17:12:26.222" v="1932" actId="2696"/>
        <pc:sldMkLst>
          <pc:docMk/>
          <pc:sldMk cId="731702360" sldId="333"/>
        </pc:sldMkLst>
      </pc:sldChg>
      <pc:sldChg chg="addSp delSp modSp add mod">
        <pc:chgData name="FRANCESCO MARIA TORINO" userId="34a0d49b-5219-4775-9879-2b7012d14a9a" providerId="ADAL" clId="{F93F12C3-B242-AD46-BD69-7C79EEB010A1}" dt="2025-06-10T21:18:53.474" v="2599" actId="1076"/>
        <pc:sldMkLst>
          <pc:docMk/>
          <pc:sldMk cId="1830509002" sldId="333"/>
        </pc:sldMkLst>
        <pc:spChg chg="mod">
          <ac:chgData name="FRANCESCO MARIA TORINO" userId="34a0d49b-5219-4775-9879-2b7012d14a9a" providerId="ADAL" clId="{F93F12C3-B242-AD46-BD69-7C79EEB010A1}" dt="2025-06-10T17:14:36.046" v="1936" actId="14100"/>
          <ac:spMkLst>
            <pc:docMk/>
            <pc:sldMk cId="1830509002" sldId="333"/>
            <ac:spMk id="5" creationId="{D4F1D74E-80F4-980E-0F16-0BBD237EE984}"/>
          </ac:spMkLst>
        </pc:spChg>
        <pc:spChg chg="add mod">
          <ac:chgData name="FRANCESCO MARIA TORINO" userId="34a0d49b-5219-4775-9879-2b7012d14a9a" providerId="ADAL" clId="{F93F12C3-B242-AD46-BD69-7C79EEB010A1}" dt="2025-06-10T21:18:53.474" v="2599" actId="1076"/>
          <ac:spMkLst>
            <pc:docMk/>
            <pc:sldMk cId="1830509002" sldId="333"/>
            <ac:spMk id="14" creationId="{A897E5E3-F3C6-697D-40D3-B761563F48FD}"/>
          </ac:spMkLst>
        </pc:spChg>
        <pc:picChg chg="add mod">
          <ac:chgData name="FRANCESCO MARIA TORINO" userId="34a0d49b-5219-4775-9879-2b7012d14a9a" providerId="ADAL" clId="{F93F12C3-B242-AD46-BD69-7C79EEB010A1}" dt="2025-06-10T21:00:05.282" v="2238" actId="1076"/>
          <ac:picMkLst>
            <pc:docMk/>
            <pc:sldMk cId="1830509002" sldId="333"/>
            <ac:picMk id="24" creationId="{91E3329B-F544-0054-8CDA-D2963CE8D589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24:38.408" v="2814"/>
        <pc:sldMkLst>
          <pc:docMk/>
          <pc:sldMk cId="516529531" sldId="334"/>
        </pc:sldMkLst>
        <pc:spChg chg="add mod">
          <ac:chgData name="FRANCESCO MARIA TORINO" userId="34a0d49b-5219-4775-9879-2b7012d14a9a" providerId="ADAL" clId="{F93F12C3-B242-AD46-BD69-7C79EEB010A1}" dt="2025-06-10T21:15:48.424" v="2542" actId="1076"/>
          <ac:spMkLst>
            <pc:docMk/>
            <pc:sldMk cId="516529531" sldId="334"/>
            <ac:spMk id="2" creationId="{DD8F976B-597E-0315-F564-F72C53FAD82B}"/>
          </ac:spMkLst>
        </pc:spChg>
        <pc:spChg chg="add del mod">
          <ac:chgData name="FRANCESCO MARIA TORINO" userId="34a0d49b-5219-4775-9879-2b7012d14a9a" providerId="ADAL" clId="{F93F12C3-B242-AD46-BD69-7C79EEB010A1}" dt="2025-06-10T21:02:14.015" v="2298" actId="20577"/>
          <ac:spMkLst>
            <pc:docMk/>
            <pc:sldMk cId="516529531" sldId="334"/>
            <ac:spMk id="3" creationId="{7442E62B-4BF0-D345-B2D8-9AAB35B826CD}"/>
          </ac:spMkLst>
        </pc:spChg>
        <pc:spChg chg="mod">
          <ac:chgData name="FRANCESCO MARIA TORINO" userId="34a0d49b-5219-4775-9879-2b7012d14a9a" providerId="ADAL" clId="{F93F12C3-B242-AD46-BD69-7C79EEB010A1}" dt="2025-06-10T17:22:42.285" v="2203" actId="20577"/>
          <ac:spMkLst>
            <pc:docMk/>
            <pc:sldMk cId="516529531" sldId="334"/>
            <ac:spMk id="14" creationId="{17CBF83A-D4B9-081A-350A-7798A692E1D8}"/>
          </ac:spMkLst>
        </pc:spChg>
        <pc:picChg chg="add mod">
          <ac:chgData name="FRANCESCO MARIA TORINO" userId="34a0d49b-5219-4775-9879-2b7012d14a9a" providerId="ADAL" clId="{F93F12C3-B242-AD46-BD69-7C79EEB010A1}" dt="2025-06-10T21:23:10.655" v="2800" actId="1076"/>
          <ac:picMkLst>
            <pc:docMk/>
            <pc:sldMk cId="516529531" sldId="334"/>
            <ac:picMk id="4" creationId="{45EE9593-821E-6F2A-2001-E6FDECD7B093}"/>
          </ac:picMkLst>
        </pc:picChg>
        <pc:picChg chg="add mod">
          <ac:chgData name="FRANCESCO MARIA TORINO" userId="34a0d49b-5219-4775-9879-2b7012d14a9a" providerId="ADAL" clId="{F93F12C3-B242-AD46-BD69-7C79EEB010A1}" dt="2025-06-10T21:24:32.263" v="2812" actId="1076"/>
          <ac:picMkLst>
            <pc:docMk/>
            <pc:sldMk cId="516529531" sldId="334"/>
            <ac:picMk id="7" creationId="{747949AE-61A9-FF63-55CA-D929E30CE83A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08:36.213" v="2417" actId="1076"/>
        <pc:sldMkLst>
          <pc:docMk/>
          <pc:sldMk cId="2968680819" sldId="335"/>
        </pc:sldMkLst>
        <pc:spChg chg="mod">
          <ac:chgData name="FRANCESCO MARIA TORINO" userId="34a0d49b-5219-4775-9879-2b7012d14a9a" providerId="ADAL" clId="{F93F12C3-B242-AD46-BD69-7C79EEB010A1}" dt="2025-06-10T21:02:26.774" v="2302" actId="1076"/>
          <ac:spMkLst>
            <pc:docMk/>
            <pc:sldMk cId="2968680819" sldId="335"/>
            <ac:spMk id="3" creationId="{993A9B3A-7472-DC19-B96B-055B9BFFEBDE}"/>
          </ac:spMkLst>
        </pc:spChg>
        <pc:spChg chg="add mod">
          <ac:chgData name="FRANCESCO MARIA TORINO" userId="34a0d49b-5219-4775-9879-2b7012d14a9a" providerId="ADAL" clId="{F93F12C3-B242-AD46-BD69-7C79EEB010A1}" dt="2025-06-10T21:08:18.527" v="2413" actId="1076"/>
          <ac:spMkLst>
            <pc:docMk/>
            <pc:sldMk cId="2968680819" sldId="335"/>
            <ac:spMk id="7" creationId="{E0AA4803-DBF2-0C3D-DBA0-AF2EB30E3077}"/>
          </ac:spMkLst>
        </pc:spChg>
        <pc:spChg chg="add mod">
          <ac:chgData name="FRANCESCO MARIA TORINO" userId="34a0d49b-5219-4775-9879-2b7012d14a9a" providerId="ADAL" clId="{F93F12C3-B242-AD46-BD69-7C79EEB010A1}" dt="2025-06-10T21:08:23.106" v="2414" actId="1076"/>
          <ac:spMkLst>
            <pc:docMk/>
            <pc:sldMk cId="2968680819" sldId="335"/>
            <ac:spMk id="10" creationId="{C4C342EF-EB30-1E94-CD18-5A2D5D495270}"/>
          </ac:spMkLst>
        </pc:spChg>
        <pc:spChg chg="add mod">
          <ac:chgData name="FRANCESCO MARIA TORINO" userId="34a0d49b-5219-4775-9879-2b7012d14a9a" providerId="ADAL" clId="{F93F12C3-B242-AD46-BD69-7C79EEB010A1}" dt="2025-06-10T21:08:04.535" v="2411" actId="20577"/>
          <ac:spMkLst>
            <pc:docMk/>
            <pc:sldMk cId="2968680819" sldId="335"/>
            <ac:spMk id="13" creationId="{991C209D-5075-3530-219C-E614382C55CB}"/>
          </ac:spMkLst>
        </pc:spChg>
        <pc:picChg chg="add mod">
          <ac:chgData name="FRANCESCO MARIA TORINO" userId="34a0d49b-5219-4775-9879-2b7012d14a9a" providerId="ADAL" clId="{F93F12C3-B242-AD46-BD69-7C79EEB010A1}" dt="2025-06-10T21:08:36.213" v="2417" actId="1076"/>
          <ac:picMkLst>
            <pc:docMk/>
            <pc:sldMk cId="2968680819" sldId="335"/>
            <ac:picMk id="6" creationId="{BA6506D1-5EFC-1FD0-F348-A76E26BD63FF}"/>
          </ac:picMkLst>
        </pc:picChg>
        <pc:picChg chg="add mod">
          <ac:chgData name="FRANCESCO MARIA TORINO" userId="34a0d49b-5219-4775-9879-2b7012d14a9a" providerId="ADAL" clId="{F93F12C3-B242-AD46-BD69-7C79EEB010A1}" dt="2025-06-10T21:08:25.857" v="2415" actId="1076"/>
          <ac:picMkLst>
            <pc:docMk/>
            <pc:sldMk cId="2968680819" sldId="335"/>
            <ac:picMk id="9" creationId="{F82B0123-AAB4-7900-F64F-A277D8E2EA5E}"/>
          </ac:picMkLst>
        </pc:picChg>
        <pc:picChg chg="add mod">
          <ac:chgData name="FRANCESCO MARIA TORINO" userId="34a0d49b-5219-4775-9879-2b7012d14a9a" providerId="ADAL" clId="{F93F12C3-B242-AD46-BD69-7C79EEB010A1}" dt="2025-06-10T21:08:31.052" v="2416" actId="1076"/>
          <ac:picMkLst>
            <pc:docMk/>
            <pc:sldMk cId="2968680819" sldId="335"/>
            <ac:picMk id="12" creationId="{60CD76BB-D63C-7CC4-3193-336A5590B52E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4.951" v="2815"/>
        <pc:sldMkLst>
          <pc:docMk/>
          <pc:sldMk cId="902889892" sldId="336"/>
        </pc:sldMkLst>
        <pc:spChg chg="mod">
          <ac:chgData name="FRANCESCO MARIA TORINO" userId="34a0d49b-5219-4775-9879-2b7012d14a9a" providerId="ADAL" clId="{F93F12C3-B242-AD46-BD69-7C79EEB010A1}" dt="2025-06-10T21:15:55.886" v="2543" actId="1076"/>
          <ac:spMkLst>
            <pc:docMk/>
            <pc:sldMk cId="902889892" sldId="336"/>
            <ac:spMk id="2" creationId="{2338CEC7-09B6-BAF2-1A5E-B7CAF24EF418}"/>
          </ac:spMkLst>
        </pc:spChg>
        <pc:spChg chg="mod">
          <ac:chgData name="FRANCESCO MARIA TORINO" userId="34a0d49b-5219-4775-9879-2b7012d14a9a" providerId="ADAL" clId="{F93F12C3-B242-AD46-BD69-7C79EEB010A1}" dt="2025-06-10T21:10:11.519" v="2430"/>
          <ac:spMkLst>
            <pc:docMk/>
            <pc:sldMk cId="902889892" sldId="336"/>
            <ac:spMk id="3" creationId="{B59951CE-C555-43F8-BE5D-E879BBB3C049}"/>
          </ac:spMkLst>
        </pc:spChg>
        <pc:spChg chg="mod">
          <ac:chgData name="FRANCESCO MARIA TORINO" userId="34a0d49b-5219-4775-9879-2b7012d14a9a" providerId="ADAL" clId="{F93F12C3-B242-AD46-BD69-7C79EEB010A1}" dt="2025-06-10T21:09:02.364" v="2425" actId="20577"/>
          <ac:spMkLst>
            <pc:docMk/>
            <pc:sldMk cId="902889892" sldId="336"/>
            <ac:spMk id="14" creationId="{8617A634-2E05-D007-3518-3B01F4BC1500}"/>
          </ac:spMkLst>
        </pc:sp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4" creationId="{8AD39DD5-974B-3AE3-7CFD-F16BFFE240CB}"/>
          </ac:picMkLst>
        </pc:pic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6" creationId="{5F285C74-1CAE-5175-764A-6300DE14902F}"/>
          </ac:picMkLst>
        </pc:picChg>
      </pc:sldChg>
      <pc:sldChg chg="addSp delSp modSp add mod delAnim modAnim">
        <pc:chgData name="FRANCESCO MARIA TORINO" userId="34a0d49b-5219-4775-9879-2b7012d14a9a" providerId="ADAL" clId="{F93F12C3-B242-AD46-BD69-7C79EEB010A1}" dt="2025-06-10T21:18:15.564" v="2559" actId="1076"/>
        <pc:sldMkLst>
          <pc:docMk/>
          <pc:sldMk cId="3335857815" sldId="337"/>
        </pc:sldMkLst>
        <pc:spChg chg="mod">
          <ac:chgData name="FRANCESCO MARIA TORINO" userId="34a0d49b-5219-4775-9879-2b7012d14a9a" providerId="ADAL" clId="{F93F12C3-B242-AD46-BD69-7C79EEB010A1}" dt="2025-06-10T21:13:29.701" v="2489" actId="1076"/>
          <ac:spMkLst>
            <pc:docMk/>
            <pc:sldMk cId="3335857815" sldId="337"/>
            <ac:spMk id="5" creationId="{2A0EF5E6-73EC-2091-B778-3DD389428BFD}"/>
          </ac:spMkLst>
        </pc:spChg>
        <pc:spChg chg="add mod">
          <ac:chgData name="FRANCESCO MARIA TORINO" userId="34a0d49b-5219-4775-9879-2b7012d14a9a" providerId="ADAL" clId="{F93F12C3-B242-AD46-BD69-7C79EEB010A1}" dt="2025-06-10T21:14:33.774" v="2528" actId="1076"/>
          <ac:spMkLst>
            <pc:docMk/>
            <pc:sldMk cId="3335857815" sldId="337"/>
            <ac:spMk id="15" creationId="{C02B4833-651F-8C00-4E41-60DE555D2D75}"/>
          </ac:spMkLst>
        </pc:spChg>
        <pc:spChg chg="add mod">
          <ac:chgData name="FRANCESCO MARIA TORINO" userId="34a0d49b-5219-4775-9879-2b7012d14a9a" providerId="ADAL" clId="{F93F12C3-B242-AD46-BD69-7C79EEB010A1}" dt="2025-06-10T21:18:15.564" v="2559" actId="1076"/>
          <ac:spMkLst>
            <pc:docMk/>
            <pc:sldMk cId="3335857815" sldId="337"/>
            <ac:spMk id="21" creationId="{CD59E05D-3FAA-8AAF-7048-EDD4FDBBFA40}"/>
          </ac:spMkLst>
        </pc:spChg>
        <pc:spChg chg="add mod">
          <ac:chgData name="FRANCESCO MARIA TORINO" userId="34a0d49b-5219-4775-9879-2b7012d14a9a" providerId="ADAL" clId="{F93F12C3-B242-AD46-BD69-7C79EEB010A1}" dt="2025-06-10T21:12:52.250" v="2483" actId="1076"/>
          <ac:spMkLst>
            <pc:docMk/>
            <pc:sldMk cId="3335857815" sldId="337"/>
            <ac:spMk id="22" creationId="{480A44E2-6CC7-6E53-9615-49E4D90740E9}"/>
          </ac:spMkLst>
        </pc:spChg>
        <pc:spChg chg="add mod">
          <ac:chgData name="FRANCESCO MARIA TORINO" userId="34a0d49b-5219-4775-9879-2b7012d14a9a" providerId="ADAL" clId="{F93F12C3-B242-AD46-BD69-7C79EEB010A1}" dt="2025-06-10T21:14:02.437" v="2495" actId="13822"/>
          <ac:spMkLst>
            <pc:docMk/>
            <pc:sldMk cId="3335857815" sldId="337"/>
            <ac:spMk id="23" creationId="{B851CD39-3209-446E-DB83-87C133AABB7F}"/>
          </ac:spMkLst>
        </pc:spChg>
        <pc:spChg chg="add mod">
          <ac:chgData name="FRANCESCO MARIA TORINO" userId="34a0d49b-5219-4775-9879-2b7012d14a9a" providerId="ADAL" clId="{F93F12C3-B242-AD46-BD69-7C79EEB010A1}" dt="2025-06-10T21:14:18.770" v="2499" actId="1076"/>
          <ac:spMkLst>
            <pc:docMk/>
            <pc:sldMk cId="3335857815" sldId="337"/>
            <ac:spMk id="24" creationId="{BF7E1B79-38E3-2E39-A7EF-3D30C387B150}"/>
          </ac:spMkLst>
        </pc:spChg>
        <pc:spChg chg="add mod">
          <ac:chgData name="FRANCESCO MARIA TORINO" userId="34a0d49b-5219-4775-9879-2b7012d14a9a" providerId="ADAL" clId="{F93F12C3-B242-AD46-BD69-7C79EEB010A1}" dt="2025-06-10T21:14:54.569" v="2533" actId="20577"/>
          <ac:spMkLst>
            <pc:docMk/>
            <pc:sldMk cId="3335857815" sldId="337"/>
            <ac:spMk id="25" creationId="{2E5CD608-437C-D1D1-E1E3-7ED749275A39}"/>
          </ac:spMkLst>
        </pc:spChg>
        <pc:picChg chg="add del mod">
          <ac:chgData name="FRANCESCO MARIA TORINO" userId="34a0d49b-5219-4775-9879-2b7012d14a9a" providerId="ADAL" clId="{F93F12C3-B242-AD46-BD69-7C79EEB010A1}" dt="2025-06-10T21:12:52.250" v="2483" actId="1076"/>
          <ac:picMkLst>
            <pc:docMk/>
            <pc:sldMk cId="3335857815" sldId="337"/>
            <ac:picMk id="4" creationId="{F1A3CEC0-BEE1-7BF6-02F2-1C8C29D7EA49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2" creationId="{59F68FC0-DB98-7FC1-9321-68EF17A959C5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3" creationId="{C29191AD-FB18-DB20-2449-13A12EE62C2F}"/>
          </ac:picMkLst>
        </pc:picChg>
        <pc:picChg chg="add mod">
          <ac:chgData name="FRANCESCO MARIA TORINO" userId="34a0d49b-5219-4775-9879-2b7012d14a9a" providerId="ADAL" clId="{F93F12C3-B242-AD46-BD69-7C79EEB010A1}" dt="2025-06-10T21:18:00.121" v="2557" actId="1076"/>
          <ac:picMkLst>
            <pc:docMk/>
            <pc:sldMk cId="3335857815" sldId="337"/>
            <ac:picMk id="27" creationId="{F99364D3-AE04-0DA6-AC00-5710B1DF80A9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7.617" v="2816"/>
        <pc:sldMkLst>
          <pc:docMk/>
          <pc:sldMk cId="1284434186" sldId="338"/>
        </pc:sldMkLst>
        <pc:spChg chg="mod">
          <ac:chgData name="FRANCESCO MARIA TORINO" userId="34a0d49b-5219-4775-9879-2b7012d14a9a" providerId="ADAL" clId="{F93F12C3-B242-AD46-BD69-7C79EEB010A1}" dt="2025-06-10T21:19:53.488" v="2699" actId="20577"/>
          <ac:spMkLst>
            <pc:docMk/>
            <pc:sldMk cId="1284434186" sldId="338"/>
            <ac:spMk id="3" creationId="{4D3B7B0F-C47A-CDC6-6A0B-5CC5C93D4304}"/>
          </ac:spMkLst>
        </pc:spChg>
        <pc:spChg chg="mod">
          <ac:chgData name="FRANCESCO MARIA TORINO" userId="34a0d49b-5219-4775-9879-2b7012d14a9a" providerId="ADAL" clId="{F93F12C3-B242-AD46-BD69-7C79EEB010A1}" dt="2025-06-10T21:19:14.676" v="2628" actId="20577"/>
          <ac:spMkLst>
            <pc:docMk/>
            <pc:sldMk cId="1284434186" sldId="338"/>
            <ac:spMk id="14" creationId="{619E8917-632E-63B3-F846-162E9F474EE6}"/>
          </ac:spMkLst>
        </pc:sp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4" creationId="{E170A58D-0FB6-86AA-CAE6-7A262740B957}"/>
          </ac:picMkLst>
        </pc:pic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6" creationId="{CB60E945-63C2-5207-814A-BDD40C9287DC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19:03.614" v="2601"/>
        <pc:sldMkLst>
          <pc:docMk/>
          <pc:sldMk cId="1749695365" sldId="338"/>
        </pc:sldMkLst>
      </pc:sldChg>
      <pc:sldChg chg="addSp delSp modSp add mod ord delAnim modAnim">
        <pc:chgData name="FRANCESCO MARIA TORINO" userId="34a0d49b-5219-4775-9879-2b7012d14a9a" providerId="ADAL" clId="{F93F12C3-B242-AD46-BD69-7C79EEB010A1}" dt="2025-06-10T21:22:41.510" v="2794" actId="1076"/>
        <pc:sldMkLst>
          <pc:docMk/>
          <pc:sldMk cId="1132302902" sldId="339"/>
        </pc:sldMkLst>
        <pc:spChg chg="add mod">
          <ac:chgData name="FRANCESCO MARIA TORINO" userId="34a0d49b-5219-4775-9879-2b7012d14a9a" providerId="ADAL" clId="{F93F12C3-B242-AD46-BD69-7C79EEB010A1}" dt="2025-06-10T21:22:41.510" v="2794" actId="1076"/>
          <ac:spMkLst>
            <pc:docMk/>
            <pc:sldMk cId="1132302902" sldId="339"/>
            <ac:spMk id="6" creationId="{AAC9859A-53D9-5C78-6EF5-A45961F64D5B}"/>
          </ac:spMkLst>
        </pc:spChg>
        <pc:spChg chg="mod">
          <ac:chgData name="FRANCESCO MARIA TORINO" userId="34a0d49b-5219-4775-9879-2b7012d14a9a" providerId="ADAL" clId="{F93F12C3-B242-AD46-BD69-7C79EEB010A1}" dt="2025-06-10T21:20:58.997" v="2712" actId="20577"/>
          <ac:spMkLst>
            <pc:docMk/>
            <pc:sldMk cId="1132302902" sldId="339"/>
            <ac:spMk id="22" creationId="{69570DD0-B615-086E-E4EC-BB8D907A47D8}"/>
          </ac:spMkLst>
        </pc:spChg>
        <pc:spChg chg="mod">
          <ac:chgData name="FRANCESCO MARIA TORINO" userId="34a0d49b-5219-4775-9879-2b7012d14a9a" providerId="ADAL" clId="{F93F12C3-B242-AD46-BD69-7C79EEB010A1}" dt="2025-06-10T21:21:22.623" v="2728" actId="14100"/>
          <ac:spMkLst>
            <pc:docMk/>
            <pc:sldMk cId="1132302902" sldId="339"/>
            <ac:spMk id="25" creationId="{69962901-2733-66D2-A45F-284C50A9D8AF}"/>
          </ac:spMkLst>
        </pc:spChg>
        <pc:picChg chg="add mod">
          <ac:chgData name="FRANCESCO MARIA TORINO" userId="34a0d49b-5219-4775-9879-2b7012d14a9a" providerId="ADAL" clId="{F93F12C3-B242-AD46-BD69-7C79EEB010A1}" dt="2025-06-10T21:21:14.906" v="2719" actId="1076"/>
          <ac:picMkLst>
            <pc:docMk/>
            <pc:sldMk cId="1132302902" sldId="339"/>
            <ac:picMk id="3" creationId="{F959220D-F0C6-C571-62D9-2662D3013B56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27:12.840" v="2818"/>
        <pc:sldMkLst>
          <pc:docMk/>
          <pc:sldMk cId="1689075287" sldId="340"/>
        </pc:sldMkLst>
      </pc:sldChg>
      <pc:sldChg chg="addSp delSp modSp add mod ord">
        <pc:chgData name="FRANCESCO MARIA TORINO" userId="34a0d49b-5219-4775-9879-2b7012d14a9a" providerId="ADAL" clId="{F93F12C3-B242-AD46-BD69-7C79EEB010A1}" dt="2025-06-10T21:39:18.266" v="2895" actId="1076"/>
        <pc:sldMkLst>
          <pc:docMk/>
          <pc:sldMk cId="1738738275" sldId="340"/>
        </pc:sldMkLst>
        <pc:spChg chg="mod">
          <ac:chgData name="FRANCESCO MARIA TORINO" userId="34a0d49b-5219-4775-9879-2b7012d14a9a" providerId="ADAL" clId="{F93F12C3-B242-AD46-BD69-7C79EEB010A1}" dt="2025-06-10T21:27:40.626" v="2838" actId="20577"/>
          <ac:spMkLst>
            <pc:docMk/>
            <pc:sldMk cId="1738738275" sldId="340"/>
            <ac:spMk id="139" creationId="{0ACFEEDB-E208-CD99-C707-1185C29A5214}"/>
          </ac:spMkLst>
        </pc:spChg>
        <pc:picChg chg="add mod">
          <ac:chgData name="FRANCESCO MARIA TORINO" userId="34a0d49b-5219-4775-9879-2b7012d14a9a" providerId="ADAL" clId="{F93F12C3-B242-AD46-BD69-7C79EEB010A1}" dt="2025-06-10T21:39:18.266" v="2895" actId="1076"/>
          <ac:picMkLst>
            <pc:docMk/>
            <pc:sldMk cId="1738738275" sldId="340"/>
            <ac:picMk id="11" creationId="{C6D94EDA-7F2C-F4A6-CCD5-43785938953C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32:00.689" v="2859" actId="1076"/>
        <pc:sldMkLst>
          <pc:docMk/>
          <pc:sldMk cId="2861811060" sldId="341"/>
        </pc:sldMkLst>
        <pc:spChg chg="add mod">
          <ac:chgData name="FRANCESCO MARIA TORINO" userId="34a0d49b-5219-4775-9879-2b7012d14a9a" providerId="ADAL" clId="{F93F12C3-B242-AD46-BD69-7C79EEB010A1}" dt="2025-06-10T21:30:42.575" v="2844" actId="1076"/>
          <ac:spMkLst>
            <pc:docMk/>
            <pc:sldMk cId="2861811060" sldId="341"/>
            <ac:spMk id="2" creationId="{1F29BB38-F1DA-98D3-D665-904246E8026A}"/>
          </ac:spMkLst>
        </pc:spChg>
        <pc:spChg chg="add mod">
          <ac:chgData name="FRANCESCO MARIA TORINO" userId="34a0d49b-5219-4775-9879-2b7012d14a9a" providerId="ADAL" clId="{F93F12C3-B242-AD46-BD69-7C79EEB010A1}" dt="2025-06-10T21:32:00.689" v="2859" actId="1076"/>
          <ac:spMkLst>
            <pc:docMk/>
            <pc:sldMk cId="2861811060" sldId="341"/>
            <ac:spMk id="7" creationId="{BD6E95F0-7A07-0099-22F1-56BBF15B1B06}"/>
          </ac:spMkLst>
        </pc:spChg>
        <pc:spChg chg="add mod">
          <ac:chgData name="FRANCESCO MARIA TORINO" userId="34a0d49b-5219-4775-9879-2b7012d14a9a" providerId="ADAL" clId="{F93F12C3-B242-AD46-BD69-7C79EEB010A1}" dt="2025-06-10T21:31:26.843" v="2853" actId="1076"/>
          <ac:spMkLst>
            <pc:docMk/>
            <pc:sldMk cId="2861811060" sldId="341"/>
            <ac:spMk id="10" creationId="{4605C894-B1D1-56A8-6E88-C9EC4066E2BD}"/>
          </ac:spMkLst>
        </pc:spChg>
        <pc:picChg chg="add mod">
          <ac:chgData name="FRANCESCO MARIA TORINO" userId="34a0d49b-5219-4775-9879-2b7012d14a9a" providerId="ADAL" clId="{F93F12C3-B242-AD46-BD69-7C79EEB010A1}" dt="2025-06-10T21:30:42.575" v="2844" actId="1076"/>
          <ac:picMkLst>
            <pc:docMk/>
            <pc:sldMk cId="2861811060" sldId="341"/>
            <ac:picMk id="4" creationId="{D3C23759-4D28-9F12-603D-6BD63AAE9807}"/>
          </ac:picMkLst>
        </pc:picChg>
        <pc:picChg chg="add mod">
          <ac:chgData name="FRANCESCO MARIA TORINO" userId="34a0d49b-5219-4775-9879-2b7012d14a9a" providerId="ADAL" clId="{F93F12C3-B242-AD46-BD69-7C79EEB010A1}" dt="2025-06-10T21:32:00.689" v="2859" actId="1076"/>
          <ac:picMkLst>
            <pc:docMk/>
            <pc:sldMk cId="2861811060" sldId="341"/>
            <ac:picMk id="8" creationId="{22018123-4142-85E3-CB9F-751D2A30DFAF}"/>
          </ac:picMkLst>
        </pc:picChg>
        <pc:picChg chg="add mod">
          <ac:chgData name="FRANCESCO MARIA TORINO" userId="34a0d49b-5219-4775-9879-2b7012d14a9a" providerId="ADAL" clId="{F93F12C3-B242-AD46-BD69-7C79EEB010A1}" dt="2025-06-10T21:31:41.652" v="2858" actId="166"/>
          <ac:picMkLst>
            <pc:docMk/>
            <pc:sldMk cId="2861811060" sldId="341"/>
            <ac:picMk id="9" creationId="{55A2522C-C2A5-CC1A-CB9A-0F0260F2355C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39.566" v="3201" actId="478"/>
        <pc:sldMkLst>
          <pc:docMk/>
          <pc:sldMk cId="3047632568" sldId="342"/>
        </pc:sldMkLst>
        <pc:spChg chg="add mod">
          <ac:chgData name="FRANCESCO MARIA TORINO" userId="34a0d49b-5219-4775-9879-2b7012d14a9a" providerId="ADAL" clId="{F93F12C3-B242-AD46-BD69-7C79EEB010A1}" dt="2025-06-10T21:45:59.674" v="3054" actId="20577"/>
          <ac:spMkLst>
            <pc:docMk/>
            <pc:sldMk cId="3047632568" sldId="342"/>
            <ac:spMk id="4" creationId="{66DFDE2A-792D-B3AE-D9F6-63151706E992}"/>
          </ac:spMkLst>
        </pc:spChg>
        <pc:spChg chg="mod">
          <ac:chgData name="FRANCESCO MARIA TORINO" userId="34a0d49b-5219-4775-9879-2b7012d14a9a" providerId="ADAL" clId="{F93F12C3-B242-AD46-BD69-7C79EEB010A1}" dt="2025-06-10T21:37:11.588" v="2887" actId="20577"/>
          <ac:spMkLst>
            <pc:docMk/>
            <pc:sldMk cId="3047632568" sldId="342"/>
            <ac:spMk id="139" creationId="{C30A18E7-E03E-D2E5-C5AC-F55C2FA8C31C}"/>
          </ac:spMkLst>
        </pc:spChg>
        <pc:picChg chg="add mod">
          <ac:chgData name="FRANCESCO MARIA TORINO" userId="34a0d49b-5219-4775-9879-2b7012d14a9a" providerId="ADAL" clId="{F93F12C3-B242-AD46-BD69-7C79EEB010A1}" dt="2025-06-10T21:45:40.882" v="3027" actId="1076"/>
          <ac:picMkLst>
            <pc:docMk/>
            <pc:sldMk cId="3047632568" sldId="342"/>
            <ac:picMk id="3" creationId="{B930E060-3D07-19B5-EBB0-154BAC9589DE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42:46.896" v="2985" actId="1076"/>
        <pc:sldMkLst>
          <pc:docMk/>
          <pc:sldMk cId="1640096264" sldId="343"/>
        </pc:sldMkLst>
        <pc:spChg chg="add mod">
          <ac:chgData name="FRANCESCO MARIA TORINO" userId="34a0d49b-5219-4775-9879-2b7012d14a9a" providerId="ADAL" clId="{F93F12C3-B242-AD46-BD69-7C79EEB010A1}" dt="2025-06-10T21:42:23.175" v="2972" actId="14100"/>
          <ac:spMkLst>
            <pc:docMk/>
            <pc:sldMk cId="1640096264" sldId="343"/>
            <ac:spMk id="2" creationId="{5E8CA803-DBEA-750D-44D8-AA81028051C8}"/>
          </ac:spMkLst>
        </pc:spChg>
        <pc:spChg chg="add mod">
          <ac:chgData name="FRANCESCO MARIA TORINO" userId="34a0d49b-5219-4775-9879-2b7012d14a9a" providerId="ADAL" clId="{F93F12C3-B242-AD46-BD69-7C79EEB010A1}" dt="2025-06-10T21:41:20.420" v="2959" actId="1076"/>
          <ac:spMkLst>
            <pc:docMk/>
            <pc:sldMk cId="1640096264" sldId="343"/>
            <ac:spMk id="3" creationId="{23BD4555-BE4C-D638-EEFB-D36D7BF524C4}"/>
          </ac:spMkLst>
        </pc:spChg>
        <pc:spChg chg="add mod">
          <ac:chgData name="FRANCESCO MARIA TORINO" userId="34a0d49b-5219-4775-9879-2b7012d14a9a" providerId="ADAL" clId="{F93F12C3-B242-AD46-BD69-7C79EEB010A1}" dt="2025-06-10T21:41:52.885" v="2965" actId="13822"/>
          <ac:spMkLst>
            <pc:docMk/>
            <pc:sldMk cId="1640096264" sldId="343"/>
            <ac:spMk id="7" creationId="{F7E514E7-835D-E73C-F943-87E424C515C7}"/>
          </ac:spMkLst>
        </pc:spChg>
        <pc:spChg chg="add mod">
          <ac:chgData name="FRANCESCO MARIA TORINO" userId="34a0d49b-5219-4775-9879-2b7012d14a9a" providerId="ADAL" clId="{F93F12C3-B242-AD46-BD69-7C79EEB010A1}" dt="2025-06-10T21:42:26.492" v="2979" actId="20577"/>
          <ac:spMkLst>
            <pc:docMk/>
            <pc:sldMk cId="1640096264" sldId="343"/>
            <ac:spMk id="8" creationId="{04212CEC-F4BC-9499-9511-B817FFE7FA7E}"/>
          </ac:spMkLst>
        </pc:spChg>
        <pc:picChg chg="add mod">
          <ac:chgData name="FRANCESCO MARIA TORINO" userId="34a0d49b-5219-4775-9879-2b7012d14a9a" providerId="ADAL" clId="{F93F12C3-B242-AD46-BD69-7C79EEB010A1}" dt="2025-06-10T21:41:20.420" v="2959" actId="1076"/>
          <ac:picMkLst>
            <pc:docMk/>
            <pc:sldMk cId="1640096264" sldId="343"/>
            <ac:picMk id="4" creationId="{B4EDD027-DFC9-947D-E250-0E60E707FD96}"/>
          </ac:picMkLst>
        </pc:picChg>
        <pc:picChg chg="add mod">
          <ac:chgData name="FRANCESCO MARIA TORINO" userId="34a0d49b-5219-4775-9879-2b7012d14a9a" providerId="ADAL" clId="{F93F12C3-B242-AD46-BD69-7C79EEB010A1}" dt="2025-06-10T21:42:46.896" v="2985" actId="1076"/>
          <ac:picMkLst>
            <pc:docMk/>
            <pc:sldMk cId="1640096264" sldId="343"/>
            <ac:picMk id="10" creationId="{9EB6A96D-00D7-2F74-0FCE-850747014574}"/>
          </ac:picMkLst>
        </pc:picChg>
        <pc:picChg chg="mod">
          <ac:chgData name="FRANCESCO MARIA TORINO" userId="34a0d49b-5219-4775-9879-2b7012d14a9a" providerId="ADAL" clId="{F93F12C3-B242-AD46-BD69-7C79EEB010A1}" dt="2025-06-10T21:39:28.974" v="2899" actId="14100"/>
          <ac:picMkLst>
            <pc:docMk/>
            <pc:sldMk cId="1640096264" sldId="343"/>
            <ac:picMk id="11" creationId="{6FE8A79B-CF3A-65AE-CE80-945F6131E994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44:22.691" v="3022" actId="1076"/>
        <pc:sldMkLst>
          <pc:docMk/>
          <pc:sldMk cId="301501828" sldId="344"/>
        </pc:sldMkLst>
        <pc:spChg chg="mod">
          <ac:chgData name="FRANCESCO MARIA TORINO" userId="34a0d49b-5219-4775-9879-2b7012d14a9a" providerId="ADAL" clId="{F93F12C3-B242-AD46-BD69-7C79EEB010A1}" dt="2025-06-10T21:43:28.186" v="2996" actId="20577"/>
          <ac:spMkLst>
            <pc:docMk/>
            <pc:sldMk cId="301501828" sldId="344"/>
            <ac:spMk id="2" creationId="{07BB5347-1CE3-2AA6-800A-D4220D4555BB}"/>
          </ac:spMkLst>
        </pc:spChg>
        <pc:picChg chg="add mod">
          <ac:chgData name="FRANCESCO MARIA TORINO" userId="34a0d49b-5219-4775-9879-2b7012d14a9a" providerId="ADAL" clId="{F93F12C3-B242-AD46-BD69-7C79EEB010A1}" dt="2025-06-10T21:44:22.691" v="3022" actId="1076"/>
          <ac:picMkLst>
            <pc:docMk/>
            <pc:sldMk cId="301501828" sldId="344"/>
            <ac:picMk id="9" creationId="{FE0F71B7-2800-F4D3-738D-66D8C42ABCF2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2:25.510" v="3135" actId="20577"/>
        <pc:sldMkLst>
          <pc:docMk/>
          <pc:sldMk cId="2474364644" sldId="345"/>
        </pc:sldMkLst>
        <pc:spChg chg="mod">
          <ac:chgData name="FRANCESCO MARIA TORINO" userId="34a0d49b-5219-4775-9879-2b7012d14a9a" providerId="ADAL" clId="{F93F12C3-B242-AD46-BD69-7C79EEB010A1}" dt="2025-06-10T21:47:41.270" v="3070" actId="1076"/>
          <ac:spMkLst>
            <pc:docMk/>
            <pc:sldMk cId="2474364644" sldId="345"/>
            <ac:spMk id="4" creationId="{6B5B1DF2-7B9E-3B12-935A-C6F923515E7E}"/>
          </ac:spMkLst>
        </pc:spChg>
        <pc:spChg chg="add mod">
          <ac:chgData name="FRANCESCO MARIA TORINO" userId="34a0d49b-5219-4775-9879-2b7012d14a9a" providerId="ADAL" clId="{F93F12C3-B242-AD46-BD69-7C79EEB010A1}" dt="2025-06-10T21:52:25.510" v="3135" actId="20577"/>
          <ac:spMkLst>
            <pc:docMk/>
            <pc:sldMk cId="2474364644" sldId="345"/>
            <ac:spMk id="6" creationId="{488461EA-A6AF-CE3F-6F01-B43ACECFF69B}"/>
          </ac:spMkLst>
        </pc:spChg>
        <pc:picChg chg="mod">
          <ac:chgData name="FRANCESCO MARIA TORINO" userId="34a0d49b-5219-4775-9879-2b7012d14a9a" providerId="ADAL" clId="{F93F12C3-B242-AD46-BD69-7C79EEB010A1}" dt="2025-06-10T21:47:44.133" v="3071" actId="1076"/>
          <ac:picMkLst>
            <pc:docMk/>
            <pc:sldMk cId="2474364644" sldId="345"/>
            <ac:picMk id="3" creationId="{4FBECF0C-E6C1-88E9-A657-D8364BFA5BDB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21.983" v="3198" actId="1076"/>
        <pc:sldMkLst>
          <pc:docMk/>
          <pc:sldMk cId="2068345751" sldId="346"/>
        </pc:sldMkLst>
        <pc:spChg chg="mod">
          <ac:chgData name="FRANCESCO MARIA TORINO" userId="34a0d49b-5219-4775-9879-2b7012d14a9a" providerId="ADAL" clId="{F93F12C3-B242-AD46-BD69-7C79EEB010A1}" dt="2025-06-10T21:51:30.424" v="3108" actId="14100"/>
          <ac:spMkLst>
            <pc:docMk/>
            <pc:sldMk cId="2068345751" sldId="346"/>
            <ac:spMk id="5" creationId="{08A568DF-D3A4-E454-5C58-D61058DF478A}"/>
          </ac:spMkLst>
        </pc:spChg>
        <pc:spChg chg="add mod">
          <ac:chgData name="FRANCESCO MARIA TORINO" userId="34a0d49b-5219-4775-9879-2b7012d14a9a" providerId="ADAL" clId="{F93F12C3-B242-AD46-BD69-7C79EEB010A1}" dt="2025-06-10T21:52:57.765" v="3144" actId="113"/>
          <ac:spMkLst>
            <pc:docMk/>
            <pc:sldMk cId="2068345751" sldId="346"/>
            <ac:spMk id="6" creationId="{5B896E3C-BEEC-2A38-A4EF-AAB55AA0B692}"/>
          </ac:spMkLst>
        </pc:spChg>
        <pc:spChg chg="mod">
          <ac:chgData name="FRANCESCO MARIA TORINO" userId="34a0d49b-5219-4775-9879-2b7012d14a9a" providerId="ADAL" clId="{F93F12C3-B242-AD46-BD69-7C79EEB010A1}" dt="2025-06-10T21:51:48.638" v="3132" actId="1076"/>
          <ac:spMkLst>
            <pc:docMk/>
            <pc:sldMk cId="2068345751" sldId="346"/>
            <ac:spMk id="139" creationId="{8739145D-AB15-2A87-CB8A-6EDAEDC95BEB}"/>
          </ac:spMkLst>
        </pc:spChg>
        <pc:picChg chg="add mod">
          <ac:chgData name="FRANCESCO MARIA TORINO" userId="34a0d49b-5219-4775-9879-2b7012d14a9a" providerId="ADAL" clId="{F93F12C3-B242-AD46-BD69-7C79EEB010A1}" dt="2025-06-10T21:55:21.983" v="3198" actId="1076"/>
          <ac:picMkLst>
            <pc:docMk/>
            <pc:sldMk cId="2068345751" sldId="346"/>
            <ac:picMk id="9" creationId="{3253274E-B7B5-2ED2-64E3-06045AE4F093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4.393" v="3199"/>
        <pc:sldMkLst>
          <pc:docMk/>
          <pc:sldMk cId="1274630862" sldId="347"/>
        </pc:sldMkLst>
        <pc:spChg chg="mod">
          <ac:chgData name="FRANCESCO MARIA TORINO" userId="34a0d49b-5219-4775-9879-2b7012d14a9a" providerId="ADAL" clId="{F93F12C3-B242-AD46-BD69-7C79EEB010A1}" dt="2025-06-10T21:53:30.482" v="3162" actId="113"/>
          <ac:spMkLst>
            <pc:docMk/>
            <pc:sldMk cId="1274630862" sldId="347"/>
            <ac:spMk id="6" creationId="{3D706C96-7A02-BBC6-1B3D-B9629CE09514}"/>
          </ac:spMkLst>
        </pc:spChg>
        <pc:spChg chg="mod">
          <ac:chgData name="FRANCESCO MARIA TORINO" userId="34a0d49b-5219-4775-9879-2b7012d14a9a" providerId="ADAL" clId="{F93F12C3-B242-AD46-BD69-7C79EEB010A1}" dt="2025-06-10T21:53:24.635" v="3159" actId="20577"/>
          <ac:spMkLst>
            <pc:docMk/>
            <pc:sldMk cId="1274630862" sldId="347"/>
            <ac:spMk id="139" creationId="{582ECA4D-7202-0C44-D33F-D67190B21463}"/>
          </ac:spMkLst>
        </pc:spChg>
        <pc:picChg chg="add mod">
          <ac:chgData name="FRANCESCO MARIA TORINO" userId="34a0d49b-5219-4775-9879-2b7012d14a9a" providerId="ADAL" clId="{F93F12C3-B242-AD46-BD69-7C79EEB010A1}" dt="2025-06-10T21:55:24.393" v="3199"/>
          <ac:picMkLst>
            <pc:docMk/>
            <pc:sldMk cId="1274630862" sldId="347"/>
            <ac:picMk id="2" creationId="{B661D8EF-D7CE-13D1-F2F6-ECDC1C2CF0D7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5.711" v="3200"/>
        <pc:sldMkLst>
          <pc:docMk/>
          <pc:sldMk cId="1951111905" sldId="348"/>
        </pc:sldMkLst>
        <pc:spChg chg="mod">
          <ac:chgData name="FRANCESCO MARIA TORINO" userId="34a0d49b-5219-4775-9879-2b7012d14a9a" providerId="ADAL" clId="{F93F12C3-B242-AD46-BD69-7C79EEB010A1}" dt="2025-06-10T21:53:54.352" v="3193" actId="113"/>
          <ac:spMkLst>
            <pc:docMk/>
            <pc:sldMk cId="1951111905" sldId="348"/>
            <ac:spMk id="6" creationId="{3A876DE7-0B94-9492-741C-07A23E090AC7}"/>
          </ac:spMkLst>
        </pc:spChg>
        <pc:spChg chg="mod">
          <ac:chgData name="FRANCESCO MARIA TORINO" userId="34a0d49b-5219-4775-9879-2b7012d14a9a" providerId="ADAL" clId="{F93F12C3-B242-AD46-BD69-7C79EEB010A1}" dt="2025-06-10T21:53:41.952" v="3190" actId="20577"/>
          <ac:spMkLst>
            <pc:docMk/>
            <pc:sldMk cId="1951111905" sldId="348"/>
            <ac:spMk id="139" creationId="{43D48912-4872-2245-2A69-45DBA7D1BDBD}"/>
          </ac:spMkLst>
        </pc:spChg>
        <pc:picChg chg="add mod">
          <ac:chgData name="FRANCESCO MARIA TORINO" userId="34a0d49b-5219-4775-9879-2b7012d14a9a" providerId="ADAL" clId="{F93F12C3-B242-AD46-BD69-7C79EEB010A1}" dt="2025-06-10T21:55:25.711" v="3200"/>
          <ac:picMkLst>
            <pc:docMk/>
            <pc:sldMk cId="1951111905" sldId="348"/>
            <ac:picMk id="2" creationId="{EE22DFBA-52ED-2935-C86C-94B5AFE7F3BD}"/>
          </ac:picMkLst>
        </pc:picChg>
      </pc:sldChg>
    </pc:docChg>
  </pc:docChgLst>
  <pc:docChgLst>
    <pc:chgData name="FRANCESCO ALESSANDRO PINTO" userId="S::f.pinto16@studenti.unisa.it::e647daa0-8c8c-43db-a63e-434c81645a35" providerId="AD" clId="Web-{134111D7-CDBE-54AB-926A-9076C308F5E6}"/>
    <pc:docChg chg="addSld modSld">
      <pc:chgData name="FRANCESCO ALESSANDRO PINTO" userId="S::f.pinto16@studenti.unisa.it::e647daa0-8c8c-43db-a63e-434c81645a35" providerId="AD" clId="Web-{134111D7-CDBE-54AB-926A-9076C308F5E6}" dt="2025-05-23T14:49:13.025" v="85" actId="1076"/>
      <pc:docMkLst>
        <pc:docMk/>
      </pc:docMkLst>
      <pc:sldChg chg="addSp delSp modSp add replId">
        <pc:chgData name="FRANCESCO ALESSANDRO PINTO" userId="S::f.pinto16@studenti.unisa.it::e647daa0-8c8c-43db-a63e-434c81645a35" providerId="AD" clId="Web-{134111D7-CDBE-54AB-926A-9076C308F5E6}" dt="2025-05-23T14:49:13.025" v="85" actId="1076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134111D7-CDBE-54AB-926A-9076C308F5E6}" dt="2025-05-23T14:44:34.874" v="51" actId="20577"/>
          <ac:spMkLst>
            <pc:docMk/>
            <pc:sldMk cId="2799825697" sldId="281"/>
            <ac:spMk id="3" creationId="{B4FF3A5D-E133-0C4E-672C-04B75278C8AE}"/>
          </ac:spMkLst>
        </pc:spChg>
        <pc:picChg chg="add mod">
          <ac:chgData name="FRANCESCO ALESSANDRO PINTO" userId="S::f.pinto16@studenti.unisa.it::e647daa0-8c8c-43db-a63e-434c81645a35" providerId="AD" clId="Web-{134111D7-CDBE-54AB-926A-9076C308F5E6}" dt="2025-05-23T14:49:13.025" v="85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S::f.pinto16@studenti.unisa.it::e647daa0-8c8c-43db-a63e-434c81645a35" providerId="AD" clId="Web-{134111D7-CDBE-54AB-926A-9076C308F5E6}" dt="2025-05-23T14:49:07.853" v="83" actId="1076"/>
          <ac:picMkLst>
            <pc:docMk/>
            <pc:sldMk cId="2799825697" sldId="281"/>
            <ac:picMk id="8" creationId="{7A654393-EF7B-323B-1140-D41A02D6D850}"/>
          </ac:picMkLst>
        </pc:picChg>
      </pc:sldChg>
    </pc:docChg>
  </pc:docChgLst>
  <pc:docChgLst>
    <pc:chgData name="FRANCESCO ALESSANDRO PINTO" userId="S::f.pinto16@studenti.unisa.it::e647daa0-8c8c-43db-a63e-434c81645a35" providerId="AD" clId="Web-{0B79AFCC-4349-3DC1-F135-F5D338F33543}"/>
    <pc:docChg chg="modSld">
      <pc:chgData name="FRANCESCO ALESSANDRO PINTO" userId="S::f.pinto16@studenti.unisa.it::e647daa0-8c8c-43db-a63e-434c81645a35" providerId="AD" clId="Web-{0B79AFCC-4349-3DC1-F135-F5D338F33543}" dt="2025-06-10T08:17:56.458" v="3" actId="1076"/>
      <pc:docMkLst>
        <pc:docMk/>
      </pc:docMkLst>
      <pc:sldChg chg="modSp">
        <pc:chgData name="FRANCESCO ALESSANDRO PINTO" userId="S::f.pinto16@studenti.unisa.it::e647daa0-8c8c-43db-a63e-434c81645a35" providerId="AD" clId="Web-{0B79AFCC-4349-3DC1-F135-F5D338F33543}" dt="2025-06-10T08:17:56.458" v="3" actId="1076"/>
        <pc:sldMkLst>
          <pc:docMk/>
          <pc:sldMk cId="3116586205" sldId="277"/>
        </pc:sldMkLst>
        <pc:picChg chg="mod">
          <ac:chgData name="FRANCESCO ALESSANDRO PINTO" userId="S::f.pinto16@studenti.unisa.it::e647daa0-8c8c-43db-a63e-434c81645a35" providerId="AD" clId="Web-{0B79AFCC-4349-3DC1-F135-F5D338F33543}" dt="2025-06-10T08:17:56.458" v="3" actId="1076"/>
          <ac:picMkLst>
            <pc:docMk/>
            <pc:sldMk cId="3116586205" sldId="277"/>
            <ac:picMk id="15" creationId="{EAA5CD09-F5E6-615A-F5CD-5CFDADAC089E}"/>
          </ac:picMkLst>
        </pc:picChg>
      </pc:sldChg>
      <pc:sldChg chg="modSp">
        <pc:chgData name="FRANCESCO ALESSANDRO PINTO" userId="S::f.pinto16@studenti.unisa.it::e647daa0-8c8c-43db-a63e-434c81645a35" providerId="AD" clId="Web-{0B79AFCC-4349-3DC1-F135-F5D338F33543}" dt="2025-06-10T08:15:35.860" v="2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0B79AFCC-4349-3DC1-F135-F5D338F33543}" dt="2025-06-10T08:15:35.860" v="2" actId="1076"/>
          <ac:picMkLst>
            <pc:docMk/>
            <pc:sldMk cId="552862991" sldId="290"/>
            <ac:picMk id="9" creationId="{ADD30302-043D-5D94-74D7-B20A774AE216}"/>
          </ac:picMkLst>
        </pc:picChg>
      </pc:sldChg>
    </pc:docChg>
  </pc:docChgLst>
  <pc:docChgLst>
    <pc:chgData name="FRANCESCO ALESSANDRO PINTO" userId="S::f.pinto16@studenti.unisa.it::e647daa0-8c8c-43db-a63e-434c81645a35" providerId="AD" clId="Web-{A3972BA8-93A5-CAC6-2183-A1006C7F85FF}"/>
    <pc:docChg chg="addSld delSld modSld">
      <pc:chgData name="FRANCESCO ALESSANDRO PINTO" userId="S::f.pinto16@studenti.unisa.it::e647daa0-8c8c-43db-a63e-434c81645a35" providerId="AD" clId="Web-{A3972BA8-93A5-CAC6-2183-A1006C7F85FF}" dt="2025-05-25T09:25:07.943" v="43" actId="20577"/>
      <pc:docMkLst>
        <pc:docMk/>
      </pc:docMkLst>
      <pc:sldChg chg="modSp">
        <pc:chgData name="FRANCESCO ALESSANDRO PINTO" userId="S::f.pinto16@studenti.unisa.it::e647daa0-8c8c-43db-a63e-434c81645a35" providerId="AD" clId="Web-{A3972BA8-93A5-CAC6-2183-A1006C7F85FF}" dt="2025-05-25T09:20:53.796" v="30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A3972BA8-93A5-CAC6-2183-A1006C7F85FF}" dt="2025-05-25T09:20:39.217" v="27"/>
          <ac:spMkLst>
            <pc:docMk/>
            <pc:sldMk cId="1831875767" sldId="274"/>
            <ac:spMk id="4" creationId="{3E834A39-6E3B-484A-A46D-B2B6A125A686}"/>
          </ac:spMkLst>
        </pc:spChg>
        <pc:spChg chg="mod">
          <ac:chgData name="FRANCESCO ALESSANDRO PINTO" userId="S::f.pinto16@studenti.unisa.it::e647daa0-8c8c-43db-a63e-434c81645a35" providerId="AD" clId="Web-{A3972BA8-93A5-CAC6-2183-A1006C7F85FF}" dt="2025-05-25T09:20:53.796" v="30"/>
          <ac:spMkLst>
            <pc:docMk/>
            <pc:sldMk cId="1831875767" sldId="274"/>
            <ac:spMk id="8" creationId="{BF56FC6E-0241-0495-1DC0-867225D6D9EF}"/>
          </ac:spMkLst>
        </pc:spChg>
      </pc:sldChg>
      <pc:sldChg chg="modSp">
        <pc:chgData name="FRANCESCO ALESSANDRO PINTO" userId="S::f.pinto16@studenti.unisa.it::e647daa0-8c8c-43db-a63e-434c81645a35" providerId="AD" clId="Web-{A3972BA8-93A5-CAC6-2183-A1006C7F85FF}" dt="2025-05-25T09:09:30.451" v="3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A3972BA8-93A5-CAC6-2183-A1006C7F85FF}" dt="2025-05-25T09:09:30.451" v="3" actId="1076"/>
          <ac:picMkLst>
            <pc:docMk/>
            <pc:sldMk cId="552862991" sldId="290"/>
            <ac:picMk id="9" creationId="{ADD30302-043D-5D94-74D7-B20A774AE216}"/>
          </ac:picMkLst>
        </pc:picChg>
      </pc:sldChg>
      <pc:sldChg chg="modSp">
        <pc:chgData name="FRANCESCO ALESSANDRO PINTO" userId="S::f.pinto16@studenti.unisa.it::e647daa0-8c8c-43db-a63e-434c81645a35" providerId="AD" clId="Web-{A3972BA8-93A5-CAC6-2183-A1006C7F85FF}" dt="2025-05-25T09:25:07.943" v="43" actId="20577"/>
        <pc:sldMkLst>
          <pc:docMk/>
          <pc:sldMk cId="1373631670" sldId="297"/>
        </pc:sldMkLst>
      </pc:sldChg>
      <pc:sldChg chg="addSp delSp modSp add del replId">
        <pc:chgData name="FRANCESCO ALESSANDRO PINTO" userId="S::f.pinto16@studenti.unisa.it::e647daa0-8c8c-43db-a63e-434c81645a35" providerId="AD" clId="Web-{A3972BA8-93A5-CAC6-2183-A1006C7F85FF}" dt="2025-05-25T09:10:19.343" v="22"/>
        <pc:sldMkLst>
          <pc:docMk/>
          <pc:sldMk cId="1365130302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532D56C-7468-9AD0-BE21-6BA2201A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6F1E038D-6B9E-078B-8618-82E5B83F4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72AB6916-B39E-325B-4EA9-A2CE0A9B3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32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4C0B65B5-B625-289D-B88A-64227F06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1AB70EC5-822C-CFCE-D47B-81BDBDA2F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299A10C9-DEDE-E5CF-D069-0A7EA4A41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382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DC1B6F4A-80F9-42DD-00B1-F7429B44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0A387F41-2074-F98E-E5D8-076434428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DD705705-483A-1770-EEB8-267451788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856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A278B04-A486-64D9-217E-4008D41D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b8d053cd9_3_43:notes">
            <a:extLst>
              <a:ext uri="{FF2B5EF4-FFF2-40B4-BE49-F238E27FC236}">
                <a16:creationId xmlns:a16="http://schemas.microsoft.com/office/drawing/2014/main" id="{6937E7E0-A28E-335D-76F3-94AD5CDAA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5b8d053cd9_3_43:notes">
            <a:extLst>
              <a:ext uri="{FF2B5EF4-FFF2-40B4-BE49-F238E27FC236}">
                <a16:creationId xmlns:a16="http://schemas.microsoft.com/office/drawing/2014/main" id="{98F76685-0419-6D72-AD13-82EC5F9F2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14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4D6A0-3939-B001-6082-7355A16E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13FC34-B1A6-2423-1762-A1432A74F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8DB03-6FCA-80CA-00CF-C74E031E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A50737-E2AD-3AFC-F27B-52047DD4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D63CB1-A316-64AD-E2D3-FB6E5E66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69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D537F9-DC2F-2490-2B07-FE098BFC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EAD92B-29D6-5246-DF5A-249DB388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C2DE18-B365-003C-AE16-844CD3A5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16229E-F430-D7EF-4500-97D970B7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EC7B59-E265-9C9D-A262-0084659B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45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B757C3-7F17-DA3A-260B-99CEE4D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1367F4-1E5F-CFF0-D843-909AD010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42CA39-FE90-097B-5D90-C7DAAE21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B1158B-6A27-83F8-4455-D3D321A1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03949C-9260-DFAB-3814-0A8061F0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05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7919DD-BD38-8250-073A-AA3448BD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6DAEE-6A25-94FD-3C88-80EE843C3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326BC5-20F1-0B11-0F8D-3C0CE779B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05BBB6-DA3A-FBB9-4184-ACD6BDD2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DC4B5-DBBC-1015-52AD-A7299104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CD8E4B-158A-F0D3-B470-DC65A2F0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318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4210A-B84A-0184-3408-069A9DD7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25BDC5-5256-DCF6-D8F1-599C3B266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3C4ABB-92EA-9CCD-E716-E9104F108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94F143-DFB4-031C-1F95-416A1041C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EA17C18-7276-B1AE-7FB9-98EC3747F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3D9478A-3813-B818-F914-B31BCF50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0A1578C-1BF8-C467-6CBA-C5814E48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14E527-C506-AC43-888C-FE33E612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257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CDEEC-8EDD-3532-857A-AE9EB651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DC2FEA-43F3-F5EA-254A-EEEE6DD6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0E166A-B753-11B9-ACF3-ACEF9610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2EB912-7BCA-F0B5-7B59-4900817D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259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A4B5E83-6CCD-EC0F-528A-8B8E2562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7C382F-7008-3BCF-977E-5CEEEEA2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E3A96D-2351-C3F2-F6E3-C72F2CFB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7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8D9E5-EF93-21C6-2394-E66557C1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FB3F5B-FF12-3684-3D5F-BAD03A30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3205D36-B987-0E81-ACDE-3571CA5EB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3364E1-F3EB-73FD-021B-B6C9DEC9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0B95CB-8537-48DC-474C-3B5A79BA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A160B5C-2BA2-E46D-3281-16ADDC64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41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D89EA2-748E-92BA-AFF5-3B983039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83460E2-1301-4779-B1A4-5865E2601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C930D2-4F67-8C61-1B5C-BBF596D4E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9006CDF-726B-410C-657C-781D462C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A8894F-0FD6-27EC-80E8-A952D594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974B91-3423-7336-EE56-0CEBA10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325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CE5F4-D5CF-454C-36FC-6C780DEE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F06AFEF-A8D5-4D32-3812-14ABD672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D1F239-D91E-0132-BB24-CDCFF0BB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A36857-7087-228A-CAE3-FF841FAB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B1CCA8-BE6C-15E4-6B1F-1FBDE093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51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DC903CC-A4BE-6A11-42A6-5A7B38BCF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A9BE14-035C-ACF7-6C6C-31AE494AC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36ACD3-94B1-A3B5-5CFF-8C44E22F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4A6F21-6F97-A54D-70CB-4F77BB44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C02D4-FB94-BE40-19BF-9847B218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022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" type="tx">
  <p:cSld name="Tito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9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Play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698500" y="8657487"/>
            <a:ext cx="11607801" cy="46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sldNum" idx="1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1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zione">
  <p:cSld name="Sezion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78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1A13D16-BCFA-6DDC-DA21-9932E27A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D0D138-060F-83AE-FCC3-C2566A4E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35A3BC-480D-97AE-B500-4B3122B4F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261CDF-529B-BB07-3F7F-22BDA39E2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F37AA-D895-EBBB-C89A-4FEF39BB6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31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 ftr="0" dt="0"/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hyperlink" Target="mailto:email@studenti.unisa.it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hyperlink" Target="mailto:email@studenti.unisa.it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email@studenti.unisa.it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hyperlink" Target="mailto:email@studenti.unisa.it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title"/>
          </p:nvPr>
        </p:nvSpPr>
        <p:spPr>
          <a:xfrm>
            <a:off x="-16136" y="2289418"/>
            <a:ext cx="13037072" cy="157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8200"/>
              <a:buFont typeface="Helvetica Neue"/>
              <a:buNone/>
            </a:pPr>
            <a:r>
              <a:rPr lang="it-IT" sz="82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PlayWise</a:t>
            </a:r>
            <a:endParaRPr sz="8200" b="0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602224" y="170717"/>
            <a:ext cx="1020436" cy="1020437"/>
            <a:chOff x="0" y="0"/>
            <a:chExt cx="1020435" cy="1020435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" descr="image2.tif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"/>
          <p:cNvGrpSpPr/>
          <p:nvPr/>
        </p:nvGrpSpPr>
        <p:grpSpPr>
          <a:xfrm>
            <a:off x="1837439" y="116347"/>
            <a:ext cx="1083421" cy="1129177"/>
            <a:chOff x="0" y="0"/>
            <a:chExt cx="1083420" cy="1129176"/>
          </a:xfrm>
        </p:grpSpPr>
        <p:sp>
          <p:nvSpPr>
            <p:cNvPr id="99" name="Google Shape;99;p1"/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1" descr="image1.tif"/>
            <p:cNvPicPr preferRelativeResize="0"/>
            <p:nvPr/>
          </p:nvPicPr>
          <p:blipFill rotWithShape="1">
            <a:blip r:embed="rId4">
              <a:alphaModFix/>
            </a:blip>
            <a:srcRect l="19293" r="24199" b="37033"/>
            <a:stretch/>
          </p:blipFill>
          <p:spPr>
            <a:xfrm>
              <a:off x="0" y="0"/>
              <a:ext cx="1083420" cy="1129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/>
          <p:cNvSpPr txBox="1"/>
          <p:nvPr/>
        </p:nvSpPr>
        <p:spPr>
          <a:xfrm>
            <a:off x="3219828" y="3956322"/>
            <a:ext cx="6565144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/>
            <a:r>
              <a:rPr lang="it-IT" sz="36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Progetto </a:t>
            </a:r>
            <a:r>
              <a:rPr lang="it-IT" sz="3600" b="1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Software </a:t>
            </a:r>
            <a:r>
              <a:rPr lang="it-IT" sz="3600" b="1" dirty="0" err="1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Dependability</a:t>
            </a:r>
            <a:endParaRPr lang="it-IT" sz="3600" b="1" i="0" u="none" strike="noStrike" cap="none" dirty="0">
              <a:solidFill>
                <a:srgbClr val="303030"/>
              </a:solidFill>
              <a:latin typeface="Play"/>
              <a:ea typeface="Arial"/>
              <a:cs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398666" y="5885646"/>
            <a:ext cx="6207468" cy="211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Francesco Maria Torino</a:t>
            </a:r>
            <a:b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it-IT" sz="2900" b="1" i="0" u="none" strike="noStrike" cap="none" dirty="0" err="1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Mat</a:t>
            </a: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.:  0522501879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dirty="0">
                <a:solidFill>
                  <a:srgbClr val="303030"/>
                </a:solidFill>
                <a:latin typeface="Play"/>
                <a:ea typeface="Arial"/>
                <a:cs typeface="Arial"/>
                <a:sym typeface="Play"/>
              </a:rPr>
              <a:t>E-mail: f.torino1@studenti.unisa.it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" descr="Immagine che contiene Elementi grafici, Blu elettrico, Carattere, logo&#10;&#10;Il contenuto generato dall'IA potrebbe non essere corret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D220EC0-7D1F-1885-62C9-154E4DFC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6946C955-4476-0EF9-E14F-03BE810D5A5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F481BB1-22EA-D787-B3AF-8B88C8EDA847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</a:p>
        </p:txBody>
      </p:sp>
      <p:pic>
        <p:nvPicPr>
          <p:cNvPr id="137" name="Google Shape;137;p3" descr="Immagine che contiene Cartoni animati, Animazione, giocattolo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F0779040-7E3E-18C8-3943-586C4FD178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406" y="6442871"/>
            <a:ext cx="7973988" cy="196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560A060-7C39-561D-955F-9C5DC6DBC898}"/>
              </a:ext>
            </a:extLst>
          </p:cNvPr>
          <p:cNvSpPr txBox="1"/>
          <p:nvPr/>
        </p:nvSpPr>
        <p:spPr>
          <a:xfrm>
            <a:off x="387209" y="2511613"/>
            <a:ext cx="119025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PlayWise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è una piattaforma nata per:</a:t>
            </a:r>
            <a:endParaRPr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it-IT" sz="2400" b="1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ermettere agli utenti di esplorare e scoprire nuovi videogiochi</a:t>
            </a:r>
            <a:endParaRPr sz="2400" b="1" i="0" u="none" strike="noStrike" cap="none" dirty="0">
              <a:solidFill>
                <a:srgbClr val="303030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Condividere le proprie impressioni con gli altri utenti della piattaforma</a:t>
            </a:r>
            <a:endParaRPr sz="2400" b="1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Offr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ire</a:t>
            </a:r>
            <a:r>
              <a:rPr lang="it-IT" sz="2400" b="1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 ampio catalogo di videogiochi e una comunità attiva di utenti</a:t>
            </a:r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igliare nuovi videogiochi in maniera intelligente</a:t>
            </a:r>
            <a:endParaRPr lang="it-IT" sz="2400" b="1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EAFF6E7A-036F-C8F1-FFC2-FE2319A895E5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4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it-IT" sz="44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layWise</a:t>
            </a:r>
            <a:endParaRPr dirty="0"/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670CDA37-CFB3-68A4-A6C1-194BCC5BD2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E3941DFA-4959-8C15-D1EC-2CC5155B3F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11573A8-8668-81C3-0E00-2651B26FDD5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46D9D714-C6A6-7CC3-2175-DAD594942601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Progetto  </a:t>
            </a: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9D857C7-6AE2-46E7-5911-8B3DA53E86A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CF536A0B-B2BC-30BA-27AA-16F11E4FD41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0054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B1CCA9AE-041A-95E1-35CC-33F34868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E504DF3C-BE0E-7A3C-0D0B-C5C82F21F6E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64431DD0-1968-707A-B017-29DFD3B94DE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D484A0D9-49F5-670C-5DA9-78580215A00C}"/>
              </a:ext>
            </a:extLst>
          </p:cNvPr>
          <p:cNvSpPr txBox="1"/>
          <p:nvPr/>
        </p:nvSpPr>
        <p:spPr>
          <a:xfrm>
            <a:off x="557064" y="2505673"/>
            <a:ext cx="9292789" cy="627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l’applicazione dei concetti di software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dependability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vogliamo introdurre:</a:t>
            </a:r>
            <a:endParaRPr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Reliability (Test suite,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JaCoCo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PiTest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OpenJML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Availability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Dockerizzazione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CI/CD continuo)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(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GitGuardian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Snyk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SonarCloud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Reliability (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CodeCov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JMH)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Mantainability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(Modularità del codice)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B4B3D997-D309-740A-4771-79C7E52964D5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4400" b="0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Obiettivi del progetto</a:t>
            </a:r>
            <a:endParaRPr dirty="0"/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E2FE8398-4EF7-704F-BF66-A216E3BE8C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A4221A8E-379A-5314-1158-70A29A2AC4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C2A3228-9427-3323-7B88-EB6873473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743" y="3322155"/>
            <a:ext cx="3124672" cy="3124672"/>
          </a:xfrm>
          <a:prstGeom prst="rect">
            <a:avLst/>
          </a:prstGeom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35870423-9AA3-FE0A-28FD-9369BE2ADBE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728A0809-C6ED-39C1-2D4C-7E0BF8B51E6F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Progetto  </a:t>
            </a: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37A59F61-7B8A-FE8C-EABA-7ED6BD2F9DC4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E46C60BB-7E0A-9F8B-676C-27BB13E9D2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486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C0C661F3-DF14-8747-5029-D63CB5D5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99B6A59-9F61-1569-BF8E-C63D698AFE51}"/>
              </a:ext>
            </a:extLst>
          </p:cNvPr>
          <p:cNvSpPr/>
          <p:nvPr/>
        </p:nvSpPr>
        <p:spPr>
          <a:xfrm>
            <a:off x="2606149" y="5366866"/>
            <a:ext cx="1977081" cy="1998603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B969D93-C2F4-513A-CEE3-B2DB5724D77C}"/>
              </a:ext>
            </a:extLst>
          </p:cNvPr>
          <p:cNvSpPr/>
          <p:nvPr/>
        </p:nvSpPr>
        <p:spPr>
          <a:xfrm>
            <a:off x="370703" y="5341120"/>
            <a:ext cx="1977081" cy="1998603"/>
          </a:xfrm>
          <a:prstGeom prst="round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4C48183-9347-B2BF-B187-66ED8CD000C0}"/>
              </a:ext>
            </a:extLst>
          </p:cNvPr>
          <p:cNvSpPr/>
          <p:nvPr/>
        </p:nvSpPr>
        <p:spPr>
          <a:xfrm>
            <a:off x="370703" y="3197885"/>
            <a:ext cx="1977081" cy="19986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EE68D346-0F98-EE20-4EAB-5F83DE20E09F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7572EB3-9999-3B47-FF53-A387EAE1B599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Il sistema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AFF98C67-8CE1-6232-6F55-C2F18B6A8C73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4400" b="0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Tecnologie utilizzate</a:t>
            </a:r>
            <a:endParaRPr dirty="0"/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A15CC73B-2E33-4D3F-A323-1AD436BB63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D708910C-C701-DDDA-6DB3-D697D19CFC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" name="Immagine 3" descr="Immagine che contiene verde&#10;&#10;Il contenuto generato dall'IA potrebbe non essere corretto.">
            <a:extLst>
              <a:ext uri="{FF2B5EF4-FFF2-40B4-BE49-F238E27FC236}">
                <a16:creationId xmlns:a16="http://schemas.microsoft.com/office/drawing/2014/main" id="{4F6323F9-737F-FF2E-DBFA-5B8258B51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2" y="3533624"/>
            <a:ext cx="1358093" cy="1358093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7A584F1-488A-C70B-47A8-D6B8C0D351AC}"/>
              </a:ext>
            </a:extLst>
          </p:cNvPr>
          <p:cNvSpPr/>
          <p:nvPr/>
        </p:nvSpPr>
        <p:spPr>
          <a:xfrm>
            <a:off x="2569768" y="3213368"/>
            <a:ext cx="3446021" cy="1998603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Immagine che contiene Carattere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E9B45255-5BFD-FE08-F1ED-8C7BE245D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8557" y="3593231"/>
            <a:ext cx="2481183" cy="1298486"/>
          </a:xfrm>
          <a:prstGeom prst="rect">
            <a:avLst/>
          </a:prstGeom>
        </p:spPr>
      </p:pic>
      <p:pic>
        <p:nvPicPr>
          <p:cNvPr id="14" name="Immagine 13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0239C7AC-E505-91D4-D13D-B592A81F2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76" y="5708645"/>
            <a:ext cx="1078749" cy="1315046"/>
          </a:xfrm>
          <a:prstGeom prst="rect">
            <a:avLst/>
          </a:prstGeom>
        </p:spPr>
      </p:pic>
      <p:pic>
        <p:nvPicPr>
          <p:cNvPr id="18" name="Immagine 17" descr="Immagine che contiene logo,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6A201920-77FD-1FA4-4A3B-8A08888CC5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1696" y="5483174"/>
            <a:ext cx="1765986" cy="1765986"/>
          </a:xfrm>
          <a:prstGeom prst="rect">
            <a:avLst/>
          </a:prstGeom>
        </p:spPr>
      </p:pic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380A4769-54F0-B618-BD9F-D957E6ABC295}"/>
              </a:ext>
            </a:extLst>
          </p:cNvPr>
          <p:cNvSpPr/>
          <p:nvPr/>
        </p:nvSpPr>
        <p:spPr>
          <a:xfrm>
            <a:off x="4841594" y="5328002"/>
            <a:ext cx="7324529" cy="2037467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1D3669B8-1E59-CDA4-F3C0-3D531B3518B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85623745-6340-B9DD-DC3E-DABBA9426ED8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Progetto  </a:t>
            </a: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16;p2">
            <a:extLst>
              <a:ext uri="{FF2B5EF4-FFF2-40B4-BE49-F238E27FC236}">
                <a16:creationId xmlns:a16="http://schemas.microsoft.com/office/drawing/2014/main" id="{00955D5A-BEF4-8415-2B0D-40BBC4A94BF8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0" name="Google Shape;117;p2" descr="email.png">
            <a:extLst>
              <a:ext uri="{FF2B5EF4-FFF2-40B4-BE49-F238E27FC236}">
                <a16:creationId xmlns:a16="http://schemas.microsoft.com/office/drawing/2014/main" id="{83302532-1D1C-DCDA-B010-9521EC424F3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475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4EE49BE3-0A05-D9A3-48FB-B589768F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b8d053cd9_3_43">
            <a:extLst>
              <a:ext uri="{FF2B5EF4-FFF2-40B4-BE49-F238E27FC236}">
                <a16:creationId xmlns:a16="http://schemas.microsoft.com/office/drawing/2014/main" id="{91DCE3AD-B014-D3B4-0C02-46132CFD9A59}"/>
              </a:ext>
            </a:extLst>
          </p:cNvPr>
          <p:cNvSpPr/>
          <p:nvPr/>
        </p:nvSpPr>
        <p:spPr>
          <a:xfrm>
            <a:off x="-6928" y="1890"/>
            <a:ext cx="13018800" cy="1358100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5b8d053cd9_3_43">
            <a:extLst>
              <a:ext uri="{FF2B5EF4-FFF2-40B4-BE49-F238E27FC236}">
                <a16:creationId xmlns:a16="http://schemas.microsoft.com/office/drawing/2014/main" id="{5A784F09-3DB9-30CA-C9BA-00F628B6E2CC}"/>
              </a:ext>
            </a:extLst>
          </p:cNvPr>
          <p:cNvSpPr txBox="1"/>
          <p:nvPr/>
        </p:nvSpPr>
        <p:spPr>
          <a:xfrm>
            <a:off x="557064" y="397333"/>
            <a:ext cx="116091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>
                <a:solidFill>
                  <a:srgbClr val="FFFFFF"/>
                </a:solidFill>
              </a:rPr>
              <a:t>Conclusioni</a:t>
            </a:r>
            <a:endParaRPr sz="4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5b8d053cd9_3_4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74119728-1BE1-4413-2CED-2B58B66E0D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5b8d053cd9_3_4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ED8C377D-7A40-72A2-EBBD-C81300930D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Google Shape;242;g35b8d053cd9_3_43">
            <a:extLst>
              <a:ext uri="{FF2B5EF4-FFF2-40B4-BE49-F238E27FC236}">
                <a16:creationId xmlns:a16="http://schemas.microsoft.com/office/drawing/2014/main" id="{A97F5954-A03C-628E-9DF3-6347D6B3EDEB}"/>
              </a:ext>
            </a:extLst>
          </p:cNvPr>
          <p:cNvSpPr txBox="1"/>
          <p:nvPr/>
        </p:nvSpPr>
        <p:spPr>
          <a:xfrm>
            <a:off x="1313359" y="1764310"/>
            <a:ext cx="10378082" cy="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66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Grazie per l’attenzione!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3B5F65F-E467-35C2-9CB1-268ED890C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027191"/>
            <a:ext cx="4876800" cy="4876800"/>
          </a:xfrm>
          <a:prstGeom prst="rect">
            <a:avLst/>
          </a:prstGeom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A906C5F4-44CC-DEF9-EAB4-68A76DCC4EC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5;p2">
            <a:extLst>
              <a:ext uri="{FF2B5EF4-FFF2-40B4-BE49-F238E27FC236}">
                <a16:creationId xmlns:a16="http://schemas.microsoft.com/office/drawing/2014/main" id="{127B2F4C-4FAD-1E01-FE43-FED6EC70B125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Progetto  </a:t>
            </a: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6;p2">
            <a:extLst>
              <a:ext uri="{FF2B5EF4-FFF2-40B4-BE49-F238E27FC236}">
                <a16:creationId xmlns:a16="http://schemas.microsoft.com/office/drawing/2014/main" id="{16ED0578-2E44-B02B-9907-527B5FE8A4E5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Google Shape;117;p2" descr="email.png">
            <a:extLst>
              <a:ext uri="{FF2B5EF4-FFF2-40B4-BE49-F238E27FC236}">
                <a16:creationId xmlns:a16="http://schemas.microsoft.com/office/drawing/2014/main" id="{B0696734-FAE9-7AA4-1433-A79D671CC7C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6561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5622</TotalTime>
  <Words>192</Words>
  <Application>Microsoft Macintosh PowerPoint</Application>
  <PresentationFormat>Personalizzato</PresentationFormat>
  <Paragraphs>40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2" baseType="lpstr">
      <vt:lpstr>Arial</vt:lpstr>
      <vt:lpstr>Merriweather Sans</vt:lpstr>
      <vt:lpstr>Helvetica Neue</vt:lpstr>
      <vt:lpstr>Play</vt:lpstr>
      <vt:lpstr>Aptos Display</vt:lpstr>
      <vt:lpstr>Aptos</vt:lpstr>
      <vt:lpstr>Tema di Office</vt:lpstr>
      <vt:lpstr>PlayWise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FRANCESCO MARIA TORINO</cp:lastModifiedBy>
  <cp:revision>13</cp:revision>
  <dcterms:modified xsi:type="dcterms:W3CDTF">2025-11-14T16:54:05Z</dcterms:modified>
</cp:coreProperties>
</file>